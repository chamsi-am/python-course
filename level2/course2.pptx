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825" r:id="rId1"/>
  </p:sldMasterIdLst>
  <p:notesMasterIdLst>
    <p:notesMasterId r:id="rId4"/>
  </p:notesMasterIdLst>
  <p:sldIdLst>
    <p:sldId id="256" r:id="rId2"/>
    <p:sldId id="279" r:id="rId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0541"/>
    <a:srgbClr val="2829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6" d="100"/>
          <a:sy n="126" d="100"/>
        </p:scale>
        <p:origin x="12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57FD80-104E-477A-84DF-AAA7C9A1979B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395387-B1C2-442A-BF85-CE86727D2772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492699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4514F-D43A-A42F-F995-18DDCE5706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436F4F-A1C7-F451-F6C3-A1507AB0D0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C8F2D3-5BB4-C5B7-C4F3-4E551F27B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1DA541-B7A6-8C7A-8595-068F77479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CCD86-6972-4C04-F108-BD052DD0D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819293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ED6DE-BECF-C841-2293-363F5801C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4E547-D5E7-908E-D294-01BE30412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043825-EDF6-C1B6-0FA4-B0FF16C0A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4944C-115D-7C85-74A4-3881212622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E5045-82D0-03FD-49A8-8483FA8FB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90074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E3538-AF09-0B60-F393-3DF3406DF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00258-D7D2-063D-D4AC-47EC9C8F4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CBC68-6842-434F-0CDA-8DD536869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66577-1D54-715B-8AE8-C23448D76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0E1C9A-FF65-1394-F64F-AA065144A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382329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3D00-61F9-7D05-C411-6B73E06EE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8DF50-037A-3C15-2C3E-08B916B90F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21D7C0-03E8-0DE3-4542-9C53BF65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7D3AF-8813-6E1F-DA13-61235A24C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32F4C-E458-C9B9-FEE0-950555BA8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386A0-3DDA-1393-25AC-6633772C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858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07730-885C-D7F8-D8AF-7BFFD2DB73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616968-DB35-9B17-16D7-9E8E179C45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63528-11C3-BF1A-650D-55D23FA6C2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83F0D4-6AEE-D2C3-0E17-9EC20ECE80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D3901C-34E2-FDDE-C04B-8A57A58E00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33B50-4B92-0DCF-E2FC-E678A7745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2F502E-4048-BC09-9EEA-3DD37BD88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2AFAC6-BC30-CA12-3D0F-5E5B39A8C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149965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30565-D954-DD51-FC61-7354BF571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3D8855-A4E2-0FB6-F3AB-6E6B78D5F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0BA00B-F3B4-3A54-0B38-81611AA24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A485BC-2DE8-2A65-7AE0-3D1B23F5E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833956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B18452-EF96-33BB-7F6E-0DDA165D0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F7A3FB-2588-2460-33BD-3829251A64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AB309-BD21-BDD0-56C2-C2B453809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39964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6FEBD-EFB0-5161-8EF3-1A9BA24BE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CA531-4543-FF8B-A654-EDE6D9CA3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1517CA-852A-BF22-AC90-E0AE9FC1C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14E24-AF51-C383-CE4B-AE6BA24B3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B76C4-7C27-40C1-49F4-B1EE093D8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60C3B-9FE7-1976-47D7-66560038E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36222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54D93-C144-23C7-CA6F-873A6CC60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9215AF-1716-570B-4136-CFE06A6FC3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60860D-1DC4-1A90-F460-22FC03F6B4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60B7BE-BD4D-D22D-5404-40B409D46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CCFDF-5FAD-472D-B59B-4F5C73ED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170FAB-0F52-5E6D-FC32-8B45CCA4F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63027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23BC2-667F-79D3-E71A-A3B96D660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B11B3-DA3C-0543-E67C-1EC247C40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8CA22-B69F-103A-904F-45E3E910C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624D7-40B0-DC4E-C182-4FB2B10F3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2B130-8251-A5B5-5693-BCD91E028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8859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0596F4-2BD9-11C5-1555-DAEDCBFFF2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528060-A750-36DB-C41C-E8512933D2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6DE29-FDD0-B267-7BC1-07A2264DB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7CE0C-4578-5368-B11B-6AB263C1A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645D4-8321-BC8B-15AD-5C930D1F4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230847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189880" y="2574000"/>
            <a:ext cx="4493520" cy="149580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4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2942035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33860E-B5F2-D006-098F-5A530B6F0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2BB4DC-DF4C-F411-CE4C-83FFF29CF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72BCA-DAAD-FDF6-DB26-BFA1C80649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53421B-4862-4D3A-B9AB-BA663EF3CA0D}" type="datetimeFigureOut">
              <a:rPr lang="en-ZA" smtClean="0"/>
              <a:t>2026/07/11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35681-8A91-D98D-3E29-2C45B39983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544A-EECF-EBAD-93C7-517233F017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397361-9586-496E-9D0C-05473371388D}" type="slidenum">
              <a:rPr lang="en-ZA" smtClean="0"/>
              <a:t>‹N°›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28126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  <p:sldLayoutId id="2147483837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Generated image: Python programming course cover design">
            <a:extLst>
              <a:ext uri="{FF2B5EF4-FFF2-40B4-BE49-F238E27FC236}">
                <a16:creationId xmlns:a16="http://schemas.microsoft.com/office/drawing/2014/main" id="{AAACFFB3-435A-D176-4314-2BD5401AD6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ZA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5A8F459-E6BE-4993-8380-9F7FE9C3D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113"/>
            <a:ext cx="9144000" cy="50452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4890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2076</TotalTime>
  <Words>0</Words>
  <Application>Microsoft Office PowerPoint</Application>
  <PresentationFormat>Affichage à l'écran (16:9)</PresentationFormat>
  <Paragraphs>0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8" baseType="lpstr">
      <vt:lpstr>Arial</vt:lpstr>
      <vt:lpstr>Calibri</vt:lpstr>
      <vt:lpstr>Calibri Light</vt:lpstr>
      <vt:lpstr>Symbol</vt:lpstr>
      <vt:lpstr>Wingdings</vt:lpstr>
      <vt:lpstr>Office Theme</vt:lpstr>
      <vt:lpstr>Présentation PowerPoint</vt:lpstr>
      <vt:lpstr>Présentation PowerPoint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pc</dc:creator>
  <cp:lastModifiedBy>BENSLIMANE CH</cp:lastModifiedBy>
  <cp:revision>16</cp:revision>
  <dcterms:modified xsi:type="dcterms:W3CDTF">2026-07-11T08:49:06Z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2026-06-09T18:11:38Z</dcterms:created>
  <dc:creator>Unknown Creator</dc:creator>
  <dc:description/>
  <dc:language>en-US</dc:language>
  <cp:lastModifiedBy>Unknown Creator</cp:lastModifiedBy>
  <dcterms:modified xsi:type="dcterms:W3CDTF">2026-06-09T18:11:38Z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