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25" r:id="rId1"/>
  </p:sldMasterIdLst>
  <p:notesMasterIdLst>
    <p:notesMasterId r:id="rId4"/>
  </p:notesMasterIdLst>
  <p:sldIdLst>
    <p:sldId id="256" r:id="rId2"/>
    <p:sldId id="279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541"/>
    <a:srgbClr val="2829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1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7FD80-104E-477A-84DF-AAA7C9A1979B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5387-B1C2-442A-BF85-CE86727D2772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69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514F-D43A-A42F-F995-18DDCE570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36F4F-A1C7-F451-F6C3-A1507AB0D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8F2D3-5BB4-C5B7-C4F3-4E551F27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A541-B7A6-8C7A-8595-068F7747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CD86-6972-4C04-F108-BD052DD0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92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D6DE-BECF-C841-2293-363F5801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4E547-D5E7-908E-D294-01BE3041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3825-EDF6-C1B6-0FA4-B0FF16C0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944C-115D-7C85-74A4-38812126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5045-82D0-03FD-49A8-8483FA8F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07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3538-AF09-0B60-F393-3DF3406D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00258-D7D2-063D-D4AC-47EC9C8F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BC68-6842-434F-0CDA-8DD53686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6577-1D54-715B-8AE8-C23448D7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1C9A-FF65-1394-F64F-AA065144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23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3D00-61F9-7D05-C411-6B73E06E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8DF50-037A-3C15-2C3E-08B916B90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1D7C0-03E8-0DE3-4542-9C53BF65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D3AF-8813-6E1F-DA13-61235A24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32F4C-E458-C9B9-FEE0-950555BA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386A0-3DDA-1393-25AC-6633772C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858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7730-885C-D7F8-D8AF-7BFFD2DB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16968-DB35-9B17-16D7-9E8E179C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3528-11C3-BF1A-650D-55D23FA6C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3F0D4-6AEE-D2C3-0E17-9EC20ECE8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3901C-34E2-FDDE-C04B-8A57A58E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33B50-4B92-0DCF-E2FC-E678A774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F502E-4048-BC09-9EEA-3DD37BD8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AFAC6-BC30-CA12-3D0F-5E5B39A8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996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0565-D954-DD51-FC61-7354BF57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D8855-A4E2-0FB6-F3AB-6E6B78D5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BA00B-F3B4-3A54-0B38-81611AA2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85BC-2DE8-2A65-7AE0-3D1B23F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395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18452-EF96-33BB-7F6E-0DDA165D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F7A3FB-2588-2460-33BD-3829251A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B309-BD21-BDD0-56C2-C2B45380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996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FEBD-EFB0-5161-8EF3-1A9BA24B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A531-4543-FF8B-A654-EDE6D9CA3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517CA-852A-BF22-AC90-E0AE9FC1C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14E24-AF51-C383-CE4B-AE6BA24B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B76C4-7C27-40C1-49F4-B1EE093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60C3B-9FE7-1976-47D7-66560038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622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4D93-C144-23C7-CA6F-873A6CC6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215AF-1716-570B-4136-CFE06A6FC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0860D-1DC4-1A90-F460-22FC03F6B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0B7BE-BD4D-D22D-5404-40B409D4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CCFDF-5FAD-472D-B59B-4F5C73ED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0FAB-0F52-5E6D-FC32-8B45CCA4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302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3BC2-667F-79D3-E71A-A3B96D66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B11B3-DA3C-0543-E67C-1EC247C40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8CA22-B69F-103A-904F-45E3E910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624D7-40B0-DC4E-C182-4FB2B10F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2B130-8251-A5B5-5693-BCD91E02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859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596F4-2BD9-11C5-1555-DAEDCBFFF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28060-A750-36DB-C41C-E8512933D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6DE29-FDD0-B267-7BC1-07A2264D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CE0C-4578-5368-B11B-6AB263C1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645D4-8321-BC8B-15AD-5C930D1F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3084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94203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3860E-B5F2-D006-098F-5A530B6F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BB4DC-DF4C-F411-CE4C-83FFF29CF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72BCA-DAAD-FDF6-DB26-BFA1C8064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421B-4862-4D3A-B9AB-BA663EF3CA0D}" type="datetimeFigureOut">
              <a:rPr lang="en-ZA" smtClean="0"/>
              <a:t>2026/06/19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5681-8A91-D98D-3E29-2C45B3998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544A-EECF-EBAD-93C7-517233F01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812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Python programming course cover design">
            <a:extLst>
              <a:ext uri="{FF2B5EF4-FFF2-40B4-BE49-F238E27FC236}">
                <a16:creationId xmlns:a16="http://schemas.microsoft.com/office/drawing/2014/main" id="{AAACFFB3-435A-D176-4314-2BD5401AD6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2ABBC-EDAF-BC7E-4C08-81CF758A5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22"/>
          <a:stretch>
            <a:fillRect/>
          </a:stretch>
        </p:blipFill>
        <p:spPr>
          <a:xfrm>
            <a:off x="1" y="0"/>
            <a:ext cx="9144000" cy="50480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890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2076</TotalTime>
  <Words>0</Words>
  <Application>Microsoft Office PowerPoint</Application>
  <PresentationFormat>Affichage à l'écran (16:9)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Symbol</vt:lpstr>
      <vt:lpstr>Wingdings</vt:lpstr>
      <vt:lpstr>Office Theme</vt:lpstr>
      <vt:lpstr>Présentation PowerPoint</vt:lpstr>
      <vt:lpstr>Présentation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pc</dc:creator>
  <cp:lastModifiedBy>BENSLIMANE CH</cp:lastModifiedBy>
  <cp:revision>15</cp:revision>
  <dcterms:modified xsi:type="dcterms:W3CDTF">2026-06-19T18:28:08Z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2026-06-09T18:11:38Z</dcterms:created>
  <dc:creator>Unknown Creator</dc:creator>
  <dc:description/>
  <dc:language>en-US</dc:language>
  <cp:lastModifiedBy>Unknown Creator</cp:lastModifiedBy>
  <dcterms:modified xsi:type="dcterms:W3CDTF">2026-06-09T18:11:38Z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