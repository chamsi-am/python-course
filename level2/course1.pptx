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825" r:id="rId1"/>
  </p:sldMasterIdLst>
  <p:notesMasterIdLst>
    <p:notesMasterId r:id="rId10"/>
  </p:notesMasterIdLst>
  <p:sldIdLst>
    <p:sldId id="256" r:id="rId2"/>
    <p:sldId id="285" r:id="rId3"/>
    <p:sldId id="284" r:id="rId4"/>
    <p:sldId id="283" r:id="rId5"/>
    <p:sldId id="279" r:id="rId6"/>
    <p:sldId id="282" r:id="rId7"/>
    <p:sldId id="280" r:id="rId8"/>
    <p:sldId id="281" r:id="rId9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0541"/>
    <a:srgbClr val="2829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00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68" y="2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57FD80-104E-477A-84DF-AAA7C9A1979B}" type="datetimeFigureOut">
              <a:rPr lang="en-ZA" smtClean="0"/>
              <a:t>2026/07/14</a:t>
            </a:fld>
            <a:endParaRPr lang="en-Z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395387-B1C2-442A-BF85-CE86727D2772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4926998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4514F-D43A-A42F-F995-18DDCE5706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436F4F-A1C7-F451-F6C3-A1507AB0D0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C8F2D3-5BB4-C5B7-C4F3-4E551F27B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1DA541-B7A6-8C7A-8595-068F77479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4CCD86-6972-4C04-F108-BD052DD0D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8192935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ED6DE-BECF-C841-2293-363F5801C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04E547-D5E7-908E-D294-01BE30412A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043825-EDF6-C1B6-0FA4-B0FF16C0A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4944C-115D-7C85-74A4-3881212622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0E5045-82D0-03FD-49A8-8483FA8FB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9900748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E3538-AF09-0B60-F393-3DF3406DF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B00258-D7D2-063D-D4AC-47EC9C8F40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CBC68-6842-434F-0CDA-8DD536869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66577-1D54-715B-8AE8-C23448D76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0E1C9A-FF65-1394-F64F-AA065144A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3823291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23D00-61F9-7D05-C411-6B73E06EE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D8DF50-037A-3C15-2C3E-08B916B90F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21D7C0-03E8-0DE3-4542-9C53BF651B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A7D3AF-8813-6E1F-DA13-61235A24C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2026/07/14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B32F4C-E458-C9B9-FEE0-950555BA8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C386A0-3DDA-1393-25AC-6633772CA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58583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07730-885C-D7F8-D8AF-7BFFD2DB73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616968-DB35-9B17-16D7-9E8E179C45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763528-11C3-BF1A-650D-55D23FA6C2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83F0D4-6AEE-D2C3-0E17-9EC20ECE80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D3901C-34E2-FDDE-C04B-8A57A58E00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AF33B50-4B92-0DCF-E2FC-E678A7745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2026/07/14</a:t>
            </a:fld>
            <a:endParaRPr lang="en-Z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12F502E-4048-BC09-9EEA-3DD37BD88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B2AFAC6-BC30-CA12-3D0F-5E5B39A8C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149965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30565-D954-DD51-FC61-7354BF571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3D8855-A4E2-0FB6-F3AB-6E6B78D5F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2026/07/14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0BA00B-F3B4-3A54-0B38-81611AA24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A485BC-2DE8-2A65-7AE0-3D1B23F5E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833956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B18452-EF96-33BB-7F6E-0DDA165D00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2026/07/14</a:t>
            </a:fld>
            <a:endParaRPr lang="en-Z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2F7A3FB-2588-2460-33BD-3829251A64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AB309-BD21-BDD0-56C2-C2B453809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399644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6FEBD-EFB0-5161-8EF3-1A9BA24BE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CA531-4543-FF8B-A654-EDE6D9CA3C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1517CA-852A-BF22-AC90-E0AE9FC1C9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B14E24-AF51-C383-CE4B-AE6BA24B3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2026/07/14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7B76C4-7C27-40C1-49F4-B1EE093D8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160C3B-9FE7-1976-47D7-66560038E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7362221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54D93-C144-23C7-CA6F-873A6CC60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9215AF-1716-570B-4136-CFE06A6FC3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60860D-1DC4-1A90-F460-22FC03F6B4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60B7BE-BD4D-D22D-5404-40B409D469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2026/07/14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0CCFDF-5FAD-472D-B59B-4F5C73ED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170FAB-0F52-5E6D-FC32-8B45CCA4F6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7630279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23BC2-667F-79D3-E71A-A3B96D660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AB11B3-DA3C-0543-E67C-1EC247C40B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98CA22-B69F-103A-904F-45E3E910C7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7624D7-40B0-DC4E-C182-4FB2B10F3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E2B130-8251-A5B5-5693-BCD91E028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088598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30596F4-2BD9-11C5-1555-DAEDCBFFF2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528060-A750-36DB-C41C-E8512933D2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06DE29-FDD0-B267-7BC1-07A2264DB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77CE0C-4578-5368-B11B-6AB263C1A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C645D4-8321-BC8B-15AD-5C930D1F4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7230847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2189880" y="2574000"/>
            <a:ext cx="4493520" cy="1495800"/>
          </a:xfrm>
          <a:prstGeom prst="rect">
            <a:avLst/>
          </a:prstGeom>
          <a:noFill/>
          <a:ln w="0">
            <a:noFill/>
          </a:ln>
          <a:effectLst>
            <a:outerShdw blurRad="57240" dist="19080" dir="5400000" rotWithShape="0">
              <a:srgbClr val="000000">
                <a:alpha val="50000"/>
              </a:srgbClr>
            </a:outerShdw>
          </a:effectLst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4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  <p:extLst>
      <p:ext uri="{BB962C8B-B14F-4D97-AF65-F5344CB8AC3E}">
        <p14:creationId xmlns:p14="http://schemas.microsoft.com/office/powerpoint/2010/main" val="2942035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bg1">
              <a:lumMod val="9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33860E-B5F2-D006-098F-5A530B6F0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2BB4DC-DF4C-F411-CE4C-83FFF29CF7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772BCA-DAAD-FDF6-DB26-BFA1C80649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53421B-4862-4D3A-B9AB-BA663EF3CA0D}" type="datetimeFigureOut">
              <a:rPr lang="en-ZA" smtClean="0"/>
              <a:t>2026/07/14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735681-8A91-D98D-3E29-2C45B39983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E9544A-EECF-EBAD-93C7-517233F017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9281263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6" r:id="rId1"/>
    <p:sldLayoutId id="2147483827" r:id="rId2"/>
    <p:sldLayoutId id="2147483828" r:id="rId3"/>
    <p:sldLayoutId id="2147483829" r:id="rId4"/>
    <p:sldLayoutId id="2147483830" r:id="rId5"/>
    <p:sldLayoutId id="2147483831" r:id="rId6"/>
    <p:sldLayoutId id="2147483832" r:id="rId7"/>
    <p:sldLayoutId id="2147483833" r:id="rId8"/>
    <p:sldLayoutId id="2147483834" r:id="rId9"/>
    <p:sldLayoutId id="2147483835" r:id="rId10"/>
    <p:sldLayoutId id="2147483836" r:id="rId11"/>
    <p:sldLayoutId id="2147483837" r:id="rId1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 descr="Generated image: Python programming course cover design">
            <a:extLst>
              <a:ext uri="{FF2B5EF4-FFF2-40B4-BE49-F238E27FC236}">
                <a16:creationId xmlns:a16="http://schemas.microsoft.com/office/drawing/2014/main" id="{AAACFFB3-435A-D176-4314-2BD5401AD6C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ZA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49E02D1-8631-4D99-AA6C-8CEFA6ED14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F2A4E54E-AF0F-4679-9933-3F43E3CF2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0211" y="298592"/>
            <a:ext cx="3858919" cy="439917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878763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58F29AD8-0451-4AAA-A35B-81CA6EB984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816" y="356996"/>
            <a:ext cx="3251822" cy="44295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AAE45198-F97B-43D1-BDB5-47F427A488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356996"/>
            <a:ext cx="3541986" cy="44295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511636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>
            <a:extLst>
              <a:ext uri="{FF2B5EF4-FFF2-40B4-BE49-F238E27FC236}">
                <a16:creationId xmlns:a16="http://schemas.microsoft.com/office/drawing/2014/main" id="{990035F9-A145-4534-8144-F7ECD83FBF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9113"/>
            <a:ext cx="9144000" cy="5045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94761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3BCBD55-5E4A-4E9E-AA8C-605149E7FBB0}"/>
              </a:ext>
            </a:extLst>
          </p:cNvPr>
          <p:cNvSpPr/>
          <p:nvPr/>
        </p:nvSpPr>
        <p:spPr>
          <a:xfrm>
            <a:off x="566485" y="659323"/>
            <a:ext cx="246253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/>
              <a:t>GUI Programming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F431E32-07B0-462A-9070-EE7FA031BCC3}"/>
              </a:ext>
            </a:extLst>
          </p:cNvPr>
          <p:cNvSpPr/>
          <p:nvPr/>
        </p:nvSpPr>
        <p:spPr>
          <a:xfrm>
            <a:off x="641596" y="1083778"/>
            <a:ext cx="8118457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GUI</a:t>
            </a:r>
            <a:r>
              <a:rPr lang="en-US" dirty="0"/>
              <a:t> stands for </a:t>
            </a:r>
            <a:r>
              <a:rPr lang="en-US" b="1" dirty="0"/>
              <a:t>Graphical User Interface</a:t>
            </a:r>
            <a:r>
              <a:rPr lang="en-US" dirty="0"/>
              <a:t>.</a:t>
            </a:r>
          </a:p>
          <a:p>
            <a:r>
              <a:rPr lang="en-US" dirty="0"/>
              <a:t>A GUI is a visual interface that allows users to interact with a program using graphical elements instead of </a:t>
            </a:r>
            <a:r>
              <a:rPr lang="en-US" b="1" dirty="0"/>
              <a:t>typing commands. </a:t>
            </a:r>
          </a:p>
          <a:p>
            <a:pPr lvl="1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108712E-0771-45A9-B14D-57A861D22F8D}"/>
              </a:ext>
            </a:extLst>
          </p:cNvPr>
          <p:cNvSpPr/>
          <p:nvPr/>
        </p:nvSpPr>
        <p:spPr>
          <a:xfrm>
            <a:off x="615321" y="2304414"/>
            <a:ext cx="30203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CLI (Command-Line Interface)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335EE0-31F5-4CF7-848D-8E3F698AD022}"/>
              </a:ext>
            </a:extLst>
          </p:cNvPr>
          <p:cNvSpPr/>
          <p:nvPr/>
        </p:nvSpPr>
        <p:spPr>
          <a:xfrm>
            <a:off x="730469" y="2708562"/>
            <a:ext cx="735724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programs run in a text-based environment called the console or terminal.</a:t>
            </a:r>
          </a:p>
        </p:txBody>
      </p:sp>
    </p:spTree>
    <p:extLst>
      <p:ext uri="{BB962C8B-B14F-4D97-AF65-F5344CB8AC3E}">
        <p14:creationId xmlns:p14="http://schemas.microsoft.com/office/powerpoint/2010/main" val="40448900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B67A6F80-1ADD-44E6-A962-1D33EFEB71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375" y="0"/>
            <a:ext cx="771525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606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A6B9FFA-EFA7-4D6A-9F26-4C5E3E4DC343}"/>
              </a:ext>
            </a:extLst>
          </p:cNvPr>
          <p:cNvSpPr/>
          <p:nvPr/>
        </p:nvSpPr>
        <p:spPr>
          <a:xfrm>
            <a:off x="853777" y="586591"/>
            <a:ext cx="7249525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/>
              <a:t>What is </a:t>
            </a:r>
            <a:r>
              <a:rPr lang="en-US" sz="2400" b="1" dirty="0" err="1"/>
              <a:t>Tkinter</a:t>
            </a:r>
            <a:r>
              <a:rPr lang="en-US" sz="2400" b="1" dirty="0"/>
              <a:t>?</a:t>
            </a:r>
          </a:p>
          <a:p>
            <a:r>
              <a:rPr lang="en-US" b="1" dirty="0" err="1"/>
              <a:t>Tkinter</a:t>
            </a:r>
            <a:r>
              <a:rPr lang="en-US" dirty="0"/>
              <a:t> is Python's standard library for creating </a:t>
            </a:r>
            <a:r>
              <a:rPr lang="en-US" b="1" dirty="0"/>
              <a:t>desktop GUI.</a:t>
            </a:r>
          </a:p>
          <a:p>
            <a:r>
              <a:rPr lang="en-US" dirty="0"/>
              <a:t>It allows us to build applications with: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Windows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Buttons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Labels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Menus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Text boxes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Images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Tables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Dialog boxes </a:t>
            </a:r>
          </a:p>
          <a:p>
            <a:r>
              <a:rPr lang="en-US" dirty="0"/>
              <a:t>without installing any extra packages (it is included with most Python installations).</a:t>
            </a:r>
          </a:p>
        </p:txBody>
      </p:sp>
    </p:spTree>
    <p:extLst>
      <p:ext uri="{BB962C8B-B14F-4D97-AF65-F5344CB8AC3E}">
        <p14:creationId xmlns:p14="http://schemas.microsoft.com/office/powerpoint/2010/main" val="17257353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00381E3-FDA9-4EA9-8535-0D7523BD2DD2}"/>
              </a:ext>
            </a:extLst>
          </p:cNvPr>
          <p:cNvSpPr/>
          <p:nvPr/>
        </p:nvSpPr>
        <p:spPr>
          <a:xfrm>
            <a:off x="919450" y="719564"/>
            <a:ext cx="679485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FIRST CODE TKINTER 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0B2C2F6D-3286-4ECB-8896-E8A4660BC6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759" y="1330253"/>
            <a:ext cx="4372492" cy="248299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370671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2475</TotalTime>
  <Words>97</Words>
  <Application>Microsoft Office PowerPoint</Application>
  <PresentationFormat>Affichage à l'écran (16:9)</PresentationFormat>
  <Paragraphs>18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4" baseType="lpstr">
      <vt:lpstr>Arial</vt:lpstr>
      <vt:lpstr>Calibri</vt:lpstr>
      <vt:lpstr>Calibri Light</vt:lpstr>
      <vt:lpstr>Symbol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pc</dc:creator>
  <cp:lastModifiedBy>BENSLIMANE CH</cp:lastModifiedBy>
  <cp:revision>21</cp:revision>
  <dcterms:modified xsi:type="dcterms:W3CDTF">2026-07-14T16:44:36Z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2026-06-09T18:11:38Z</dcterms:created>
  <dc:creator>Unknown Creator</dc:creator>
  <dc:description/>
  <dc:language>en-US</dc:language>
  <cp:lastModifiedBy>Unknown Creator</cp:lastModifiedBy>
  <dcterms:modified xsi:type="dcterms:W3CDTF">2026-06-09T18:11:38Z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12</vt:r8>
  </property>
</Properties>
</file>