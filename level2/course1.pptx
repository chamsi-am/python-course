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25" r:id="rId1"/>
  </p:sldMasterIdLst>
  <p:notesMasterIdLst>
    <p:notesMasterId r:id="rId10"/>
  </p:notesMasterIdLst>
  <p:sldIdLst>
    <p:sldId id="256" r:id="rId2"/>
    <p:sldId id="285" r:id="rId3"/>
    <p:sldId id="284" r:id="rId4"/>
    <p:sldId id="283" r:id="rId5"/>
    <p:sldId id="279" r:id="rId6"/>
    <p:sldId id="282" r:id="rId7"/>
    <p:sldId id="280" r:id="rId8"/>
    <p:sldId id="281" r:id="rId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541"/>
    <a:srgbClr val="2829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68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7FD80-104E-477A-84DF-AAA7C9A1979B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95387-B1C2-442A-BF85-CE86727D2772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699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514F-D43A-A42F-F995-18DDCE5706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36F4F-A1C7-F451-F6C3-A1507AB0D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8F2D3-5BB4-C5B7-C4F3-4E551F27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DA541-B7A6-8C7A-8595-068F77479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CD86-6972-4C04-F108-BD052DD0D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19293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D6DE-BECF-C841-2293-363F5801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4E547-D5E7-908E-D294-01BE30412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43825-EDF6-C1B6-0FA4-B0FF16C0A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4944C-115D-7C85-74A4-388121262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E5045-82D0-03FD-49A8-8483FA8FB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90074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3538-AF09-0B60-F393-3DF3406DF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00258-D7D2-063D-D4AC-47EC9C8F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CBC68-6842-434F-0CDA-8DD536869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66577-1D54-715B-8AE8-C23448D76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E1C9A-FF65-1394-F64F-AA065144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82329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3D00-61F9-7D05-C411-6B73E06E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8DF50-037A-3C15-2C3E-08B916B90F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1D7C0-03E8-0DE3-4542-9C53BF65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D3AF-8813-6E1F-DA13-61235A24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32F4C-E458-C9B9-FEE0-950555BA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386A0-3DDA-1393-25AC-6633772C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858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7730-885C-D7F8-D8AF-7BFFD2DB7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16968-DB35-9B17-16D7-9E8E179C45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63528-11C3-BF1A-650D-55D23FA6C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83F0D4-6AEE-D2C3-0E17-9EC20ECE8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3901C-34E2-FDDE-C04B-8A57A58E0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33B50-4B92-0DCF-E2FC-E678A774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F502E-4048-BC09-9EEA-3DD37BD8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AFAC6-BC30-CA12-3D0F-5E5B39A8C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4996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0565-D954-DD51-FC61-7354BF571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D8855-A4E2-0FB6-F3AB-6E6B78D5F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BA00B-F3B4-3A54-0B38-81611AA24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485BC-2DE8-2A65-7AE0-3D1B23F5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3395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B18452-EF96-33BB-7F6E-0DDA165D0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F7A3FB-2588-2460-33BD-3829251A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AB309-BD21-BDD0-56C2-C2B45380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3996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FEBD-EFB0-5161-8EF3-1A9BA24B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CA531-4543-FF8B-A654-EDE6D9CA3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517CA-852A-BF22-AC90-E0AE9FC1C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14E24-AF51-C383-CE4B-AE6BA24B3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B76C4-7C27-40C1-49F4-B1EE093D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0C3B-9FE7-1976-47D7-66560038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36222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54D93-C144-23C7-CA6F-873A6CC6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215AF-1716-570B-4136-CFE06A6FC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0860D-1DC4-1A90-F460-22FC03F6B4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60B7BE-BD4D-D22D-5404-40B409D46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CCFDF-5FAD-472D-B59B-4F5C73ED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70FAB-0F52-5E6D-FC32-8B45CCA4F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63027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23BC2-667F-79D3-E71A-A3B96D66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B11B3-DA3C-0543-E67C-1EC247C40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8CA22-B69F-103A-904F-45E3E910C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624D7-40B0-DC4E-C182-4FB2B10F3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2B130-8251-A5B5-5693-BCD91E02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59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596F4-2BD9-11C5-1555-DAEDCBFFF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28060-A750-36DB-C41C-E8512933D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6DE29-FDD0-B267-7BC1-07A2264D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7CE0C-4578-5368-B11B-6AB263C1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645D4-8321-BC8B-15AD-5C930D1F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230847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189880" y="2574000"/>
            <a:ext cx="4493520" cy="14958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2942035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3860E-B5F2-D006-098F-5A530B6F0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BB4DC-DF4C-F411-CE4C-83FFF29CF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72BCA-DAAD-FDF6-DB26-BFA1C8064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35681-8A91-D98D-3E29-2C45B3998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544A-EECF-EBAD-93C7-517233F017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28126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Generated image: Python programming course cover design">
            <a:extLst>
              <a:ext uri="{FF2B5EF4-FFF2-40B4-BE49-F238E27FC236}">
                <a16:creationId xmlns:a16="http://schemas.microsoft.com/office/drawing/2014/main" id="{AAACFFB3-435A-D176-4314-2BD5401AD6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49E02D1-8631-4D99-AA6C-8CEFA6ED1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F2A4E54E-AF0F-4679-9933-3F43E3CF2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908" y="372165"/>
            <a:ext cx="3858919" cy="43991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7876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58F29AD8-0451-4AAA-A35B-81CA6EB98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16" y="356996"/>
            <a:ext cx="3251822" cy="44295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AE45198-F97B-43D1-BDB5-47F427A48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56996"/>
            <a:ext cx="3541986" cy="44295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1163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990035F9-A145-4534-8144-F7ECD83FB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113"/>
            <a:ext cx="9144000" cy="504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476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BCBD55-5E4A-4E9E-AA8C-605149E7FBB0}"/>
              </a:ext>
            </a:extLst>
          </p:cNvPr>
          <p:cNvSpPr/>
          <p:nvPr/>
        </p:nvSpPr>
        <p:spPr>
          <a:xfrm>
            <a:off x="566485" y="659323"/>
            <a:ext cx="24625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GUI Programming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431E32-07B0-462A-9070-EE7FA031BCC3}"/>
              </a:ext>
            </a:extLst>
          </p:cNvPr>
          <p:cNvSpPr/>
          <p:nvPr/>
        </p:nvSpPr>
        <p:spPr>
          <a:xfrm>
            <a:off x="641596" y="1083778"/>
            <a:ext cx="811845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GUI</a:t>
            </a:r>
            <a:r>
              <a:rPr lang="en-US" dirty="0"/>
              <a:t> stands for </a:t>
            </a:r>
            <a:r>
              <a:rPr lang="en-US" b="1" dirty="0"/>
              <a:t>Graphical User Interface</a:t>
            </a:r>
            <a:r>
              <a:rPr lang="en-US" dirty="0"/>
              <a:t>.</a:t>
            </a:r>
          </a:p>
          <a:p>
            <a:r>
              <a:rPr lang="en-US" dirty="0"/>
              <a:t>A GUI is a visual interface that allows users to interact with a program using graphical elements instead of </a:t>
            </a:r>
            <a:r>
              <a:rPr lang="en-US" b="1" dirty="0"/>
              <a:t>typing commands. </a:t>
            </a:r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08712E-0771-45A9-B14D-57A861D22F8D}"/>
              </a:ext>
            </a:extLst>
          </p:cNvPr>
          <p:cNvSpPr/>
          <p:nvPr/>
        </p:nvSpPr>
        <p:spPr>
          <a:xfrm>
            <a:off x="615321" y="2304414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CLI (Command-Line Interface)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335EE0-31F5-4CF7-848D-8E3F698AD022}"/>
              </a:ext>
            </a:extLst>
          </p:cNvPr>
          <p:cNvSpPr/>
          <p:nvPr/>
        </p:nvSpPr>
        <p:spPr>
          <a:xfrm>
            <a:off x="730469" y="2708562"/>
            <a:ext cx="73572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programs run in a text-based environment called the console or terminal.</a:t>
            </a:r>
          </a:p>
        </p:txBody>
      </p:sp>
    </p:spTree>
    <p:extLst>
      <p:ext uri="{BB962C8B-B14F-4D97-AF65-F5344CB8AC3E}">
        <p14:creationId xmlns:p14="http://schemas.microsoft.com/office/powerpoint/2010/main" val="4044890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67A6F80-1ADD-44E6-A962-1D33EFEB7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0"/>
            <a:ext cx="77152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60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6B9FFA-EFA7-4D6A-9F26-4C5E3E4DC343}"/>
              </a:ext>
            </a:extLst>
          </p:cNvPr>
          <p:cNvSpPr/>
          <p:nvPr/>
        </p:nvSpPr>
        <p:spPr>
          <a:xfrm>
            <a:off x="853777" y="586591"/>
            <a:ext cx="7249525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What is </a:t>
            </a:r>
            <a:r>
              <a:rPr lang="en-US" sz="2400" b="1" dirty="0" err="1"/>
              <a:t>Tkinter</a:t>
            </a:r>
            <a:r>
              <a:rPr lang="en-US" sz="2400" b="1" dirty="0"/>
              <a:t>?</a:t>
            </a:r>
          </a:p>
          <a:p>
            <a:r>
              <a:rPr lang="en-US" b="1" dirty="0" err="1"/>
              <a:t>Tkinter</a:t>
            </a:r>
            <a:r>
              <a:rPr lang="en-US" dirty="0"/>
              <a:t> is Python's standard library for creating </a:t>
            </a:r>
            <a:r>
              <a:rPr lang="en-US" b="1" dirty="0"/>
              <a:t>desktop GUI.</a:t>
            </a:r>
          </a:p>
          <a:p>
            <a:r>
              <a:rPr lang="en-US" dirty="0"/>
              <a:t>It allows us to build applications with: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Buttons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Labels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Menus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Text boxes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Images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Tables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Dialog boxes </a:t>
            </a:r>
          </a:p>
          <a:p>
            <a:r>
              <a:rPr lang="en-US" dirty="0"/>
              <a:t>without installing any extra packages (it is included with most Python installations).</a:t>
            </a:r>
          </a:p>
        </p:txBody>
      </p:sp>
    </p:spTree>
    <p:extLst>
      <p:ext uri="{BB962C8B-B14F-4D97-AF65-F5344CB8AC3E}">
        <p14:creationId xmlns:p14="http://schemas.microsoft.com/office/powerpoint/2010/main" val="172573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0381E3-FDA9-4EA9-8535-0D7523BD2DD2}"/>
              </a:ext>
            </a:extLst>
          </p:cNvPr>
          <p:cNvSpPr/>
          <p:nvPr/>
        </p:nvSpPr>
        <p:spPr>
          <a:xfrm>
            <a:off x="919450" y="719564"/>
            <a:ext cx="679485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FIRST CODE TKINTER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B2C2F6D-3286-4ECB-8896-E8A4660BC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759" y="1330253"/>
            <a:ext cx="4372492" cy="24829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7067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2441</TotalTime>
  <Words>97</Words>
  <Application>Microsoft Office PowerPoint</Application>
  <PresentationFormat>Affichage à l'écran (16:9)</PresentationFormat>
  <Paragraphs>18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Symbol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pc</dc:creator>
  <cp:lastModifiedBy>BENSLIMANE CH</cp:lastModifiedBy>
  <cp:revision>20</cp:revision>
  <dcterms:modified xsi:type="dcterms:W3CDTF">2026-07-11T20:20:08Z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2026-06-09T18:11:38Z</dcterms:created>
  <dc:creator>Unknown Creator</dc:creator>
  <dc:description/>
  <dc:language>en-US</dc:language>
  <cp:lastModifiedBy>Unknown Creator</cp:lastModifiedBy>
  <dcterms:modified xsi:type="dcterms:W3CDTF">2026-06-09T18:11:38Z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