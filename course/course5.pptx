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825" r:id="rId1"/>
  </p:sldMasterIdLst>
  <p:notesMasterIdLst>
    <p:notesMasterId r:id="rId11"/>
  </p:notesMasterIdLst>
  <p:sldIdLst>
    <p:sldId id="256" r:id="rId2"/>
    <p:sldId id="293" r:id="rId3"/>
    <p:sldId id="295" r:id="rId4"/>
    <p:sldId id="292" r:id="rId5"/>
    <p:sldId id="296" r:id="rId6"/>
    <p:sldId id="297" r:id="rId7"/>
    <p:sldId id="298" r:id="rId8"/>
    <p:sldId id="285" r:id="rId9"/>
    <p:sldId id="284" r:id="rId10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1C3C"/>
    <a:srgbClr val="3C7846"/>
    <a:srgbClr val="28296A"/>
    <a:srgbClr val="0B05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0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10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7.xml"/><Relationship Id="rId2" Type="http://schemas.openxmlformats.org/officeDocument/2006/relationships/slide" Target="../slides/slide6.xml"/><Relationship Id="rId1" Type="http://schemas.openxmlformats.org/officeDocument/2006/relationships/slide" Target="../slides/slide4.xml"/><Relationship Id="rId4" Type="http://schemas.openxmlformats.org/officeDocument/2006/relationships/slide" Target="../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FC34DB8-41C3-4BD0-BE3E-C146503B7D28}" type="doc">
      <dgm:prSet loTypeId="urn:microsoft.com/office/officeart/2005/8/layout/orgChart1" loCatId="hierarchy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6A90791B-31CB-420F-ABFA-7BCC789C90E5}">
      <dgm:prSet phldrT="[Texte]"/>
      <dgm:spPr/>
      <dgm:t>
        <a:bodyPr/>
        <a:lstStyle/>
        <a:p>
          <a:r>
            <a:rPr lang="fr-FR" dirty="0" smtClean="0"/>
            <a:t>Data structure </a:t>
          </a:r>
          <a:r>
            <a:rPr lang="fr-FR" dirty="0" err="1" smtClean="0"/>
            <a:t>build</a:t>
          </a:r>
          <a:r>
            <a:rPr lang="fr-FR" dirty="0" smtClean="0"/>
            <a:t>-in</a:t>
          </a:r>
          <a:endParaRPr lang="fr-FR" dirty="0"/>
        </a:p>
      </dgm:t>
    </dgm:pt>
    <dgm:pt modelId="{8548C411-2DE9-4C7C-BDA9-AE71CE4603D9}" type="parTrans" cxnId="{A6C6FFC8-2AE5-420D-99D4-A264AD29730D}">
      <dgm:prSet/>
      <dgm:spPr/>
      <dgm:t>
        <a:bodyPr/>
        <a:lstStyle/>
        <a:p>
          <a:endParaRPr lang="fr-FR"/>
        </a:p>
      </dgm:t>
    </dgm:pt>
    <dgm:pt modelId="{1D7C481F-3C93-49B0-9AB4-45178666D816}" type="sibTrans" cxnId="{A6C6FFC8-2AE5-420D-99D4-A264AD29730D}">
      <dgm:prSet/>
      <dgm:spPr/>
      <dgm:t>
        <a:bodyPr/>
        <a:lstStyle/>
        <a:p>
          <a:endParaRPr lang="fr-FR"/>
        </a:p>
      </dgm:t>
    </dgm:pt>
    <dgm:pt modelId="{73375891-C629-4497-B68F-3FB7552C16C8}">
      <dgm:prSet phldrT="[Texte]"/>
      <dgm:spPr/>
      <dgm:t>
        <a:bodyPr/>
        <a:lstStyle/>
        <a:p>
          <a:r>
            <a:rPr lang="en-US" dirty="0" smtClean="0"/>
            <a:t>List </a:t>
          </a:r>
          <a:endParaRPr lang="fr-FR" dirty="0"/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 action="ppaction://hlinksldjump"/>
          </dgm14:cNvPr>
        </a:ext>
      </dgm:extLst>
    </dgm:pt>
    <dgm:pt modelId="{8028F0ED-44CD-4613-BA8D-A15ACF49E6E8}" type="parTrans" cxnId="{CDE833B3-9CED-4FF1-9322-0FACB210F2EA}">
      <dgm:prSet/>
      <dgm:spPr/>
      <dgm:t>
        <a:bodyPr/>
        <a:lstStyle/>
        <a:p>
          <a:endParaRPr lang="fr-FR"/>
        </a:p>
      </dgm:t>
    </dgm:pt>
    <dgm:pt modelId="{417AD415-8E70-4DBD-A117-0902C0A7F909}" type="sibTrans" cxnId="{CDE833B3-9CED-4FF1-9322-0FACB210F2EA}">
      <dgm:prSet/>
      <dgm:spPr/>
      <dgm:t>
        <a:bodyPr/>
        <a:lstStyle/>
        <a:p>
          <a:endParaRPr lang="fr-FR"/>
        </a:p>
      </dgm:t>
    </dgm:pt>
    <dgm:pt modelId="{D77B3879-61EC-4E8A-AD72-408B85D54874}">
      <dgm:prSet phldrT="[Texte]"/>
      <dgm:spPr/>
      <dgm:t>
        <a:bodyPr/>
        <a:lstStyle/>
        <a:p>
          <a:r>
            <a:rPr lang="fr-FR" dirty="0" smtClean="0"/>
            <a:t>Set </a:t>
          </a:r>
          <a:endParaRPr lang="fr-FR" dirty="0"/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2" action="ppaction://hlinksldjump"/>
          </dgm14:cNvPr>
        </a:ext>
      </dgm:extLst>
    </dgm:pt>
    <dgm:pt modelId="{E1856512-DBBA-4A3F-802A-1F0796BD36CA}" type="parTrans" cxnId="{5B53D5CD-C487-47CC-906B-ACC1B66DA9FE}">
      <dgm:prSet/>
      <dgm:spPr/>
      <dgm:t>
        <a:bodyPr/>
        <a:lstStyle/>
        <a:p>
          <a:endParaRPr lang="fr-FR"/>
        </a:p>
      </dgm:t>
    </dgm:pt>
    <dgm:pt modelId="{1894BC22-3061-44E4-8CD2-FEE8DE7550A9}" type="sibTrans" cxnId="{5B53D5CD-C487-47CC-906B-ACC1B66DA9FE}">
      <dgm:prSet/>
      <dgm:spPr/>
      <dgm:t>
        <a:bodyPr/>
        <a:lstStyle/>
        <a:p>
          <a:endParaRPr lang="fr-FR"/>
        </a:p>
      </dgm:t>
    </dgm:pt>
    <dgm:pt modelId="{06C50E6E-C376-4871-97C3-A84BA6FB5C3E}">
      <dgm:prSet phldrT="[Texte]"/>
      <dgm:spPr/>
      <dgm:t>
        <a:bodyPr/>
        <a:lstStyle/>
        <a:p>
          <a:r>
            <a:rPr lang="fr-FR" dirty="0" err="1" smtClean="0"/>
            <a:t>Dictionary</a:t>
          </a:r>
          <a:r>
            <a:rPr lang="fr-FR" dirty="0" smtClean="0"/>
            <a:t> </a:t>
          </a:r>
          <a:endParaRPr lang="fr-FR" dirty="0"/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3" action="ppaction://hlinksldjump"/>
          </dgm14:cNvPr>
        </a:ext>
      </dgm:extLst>
    </dgm:pt>
    <dgm:pt modelId="{E490F679-45DE-46CE-9A84-9642E93A0803}" type="parTrans" cxnId="{9DE469C7-9E04-42C2-99ED-8E1AA3D8D74C}">
      <dgm:prSet/>
      <dgm:spPr/>
      <dgm:t>
        <a:bodyPr/>
        <a:lstStyle/>
        <a:p>
          <a:endParaRPr lang="fr-FR"/>
        </a:p>
      </dgm:t>
    </dgm:pt>
    <dgm:pt modelId="{E7E13077-40A8-43FD-822E-978183E7E0A0}" type="sibTrans" cxnId="{9DE469C7-9E04-42C2-99ED-8E1AA3D8D74C}">
      <dgm:prSet/>
      <dgm:spPr/>
      <dgm:t>
        <a:bodyPr/>
        <a:lstStyle/>
        <a:p>
          <a:endParaRPr lang="fr-FR"/>
        </a:p>
      </dgm:t>
    </dgm:pt>
    <dgm:pt modelId="{811706AA-F782-4C8B-895B-3FBDD85CD1ED}">
      <dgm:prSet/>
      <dgm:spPr/>
      <dgm:t>
        <a:bodyPr/>
        <a:lstStyle/>
        <a:p>
          <a:r>
            <a:rPr lang="fr-FR" dirty="0" err="1" smtClean="0">
              <a:hlinkClick xmlns:r="http://schemas.openxmlformats.org/officeDocument/2006/relationships" r:id="rId4" action="ppaction://hlinksldjump"/>
            </a:rPr>
            <a:t>Tuple</a:t>
          </a:r>
          <a:r>
            <a:rPr lang="fr-FR" dirty="0" smtClean="0"/>
            <a:t> </a:t>
          </a:r>
          <a:endParaRPr lang="fr-FR" dirty="0"/>
        </a:p>
      </dgm:t>
    </dgm:pt>
    <dgm:pt modelId="{06E9E767-0464-4254-A211-A222BFF0C918}" type="parTrans" cxnId="{20CBD9AD-8CD5-4480-AFB1-A2EDB3125ACD}">
      <dgm:prSet/>
      <dgm:spPr/>
      <dgm:t>
        <a:bodyPr/>
        <a:lstStyle/>
        <a:p>
          <a:endParaRPr lang="fr-FR"/>
        </a:p>
      </dgm:t>
    </dgm:pt>
    <dgm:pt modelId="{26443C8B-D1EC-4999-B6C3-635E2F3F2F2D}" type="sibTrans" cxnId="{20CBD9AD-8CD5-4480-AFB1-A2EDB3125ACD}">
      <dgm:prSet/>
      <dgm:spPr/>
      <dgm:t>
        <a:bodyPr/>
        <a:lstStyle/>
        <a:p>
          <a:endParaRPr lang="fr-FR"/>
        </a:p>
      </dgm:t>
    </dgm:pt>
    <dgm:pt modelId="{BF287C78-1044-4727-B4D9-85BA603BE35B}" type="pres">
      <dgm:prSet presAssocID="{CFC34DB8-41C3-4BD0-BE3E-C146503B7D2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fr-FR"/>
        </a:p>
      </dgm:t>
    </dgm:pt>
    <dgm:pt modelId="{43AA2776-CD1C-46BF-BF42-138B06979BF7}" type="pres">
      <dgm:prSet presAssocID="{6A90791B-31CB-420F-ABFA-7BCC789C90E5}" presName="hierRoot1" presStyleCnt="0">
        <dgm:presLayoutVars>
          <dgm:hierBranch val="init"/>
        </dgm:presLayoutVars>
      </dgm:prSet>
      <dgm:spPr/>
    </dgm:pt>
    <dgm:pt modelId="{F4E657B1-4E9F-408A-9C1B-0F970E6B6AEB}" type="pres">
      <dgm:prSet presAssocID="{6A90791B-31CB-420F-ABFA-7BCC789C90E5}" presName="rootComposite1" presStyleCnt="0"/>
      <dgm:spPr/>
    </dgm:pt>
    <dgm:pt modelId="{50B3EEA2-58FB-46B7-A6B2-68DA7080FB8E}" type="pres">
      <dgm:prSet presAssocID="{6A90791B-31CB-420F-ABFA-7BCC789C90E5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B6C581B2-EDC5-4D93-92A8-936E0308A7A2}" type="pres">
      <dgm:prSet presAssocID="{6A90791B-31CB-420F-ABFA-7BCC789C90E5}" presName="rootConnector1" presStyleLbl="node1" presStyleIdx="0" presStyleCnt="0"/>
      <dgm:spPr/>
      <dgm:t>
        <a:bodyPr/>
        <a:lstStyle/>
        <a:p>
          <a:endParaRPr lang="fr-FR"/>
        </a:p>
      </dgm:t>
    </dgm:pt>
    <dgm:pt modelId="{18E2533A-5D2E-4647-AF70-2503D7E6CA3B}" type="pres">
      <dgm:prSet presAssocID="{6A90791B-31CB-420F-ABFA-7BCC789C90E5}" presName="hierChild2" presStyleCnt="0"/>
      <dgm:spPr/>
    </dgm:pt>
    <dgm:pt modelId="{F3607A3E-6294-468C-8EAF-FECA087CF978}" type="pres">
      <dgm:prSet presAssocID="{8028F0ED-44CD-4613-BA8D-A15ACF49E6E8}" presName="Name37" presStyleLbl="parChTrans1D2" presStyleIdx="0" presStyleCnt="4"/>
      <dgm:spPr/>
      <dgm:t>
        <a:bodyPr/>
        <a:lstStyle/>
        <a:p>
          <a:endParaRPr lang="fr-FR"/>
        </a:p>
      </dgm:t>
    </dgm:pt>
    <dgm:pt modelId="{9F9BC52D-D9E4-4B38-85BF-182A0B7A2FB8}" type="pres">
      <dgm:prSet presAssocID="{73375891-C629-4497-B68F-3FB7552C16C8}" presName="hierRoot2" presStyleCnt="0">
        <dgm:presLayoutVars>
          <dgm:hierBranch val="init"/>
        </dgm:presLayoutVars>
      </dgm:prSet>
      <dgm:spPr/>
    </dgm:pt>
    <dgm:pt modelId="{749F88C1-BD44-41FE-899F-10A370A7F738}" type="pres">
      <dgm:prSet presAssocID="{73375891-C629-4497-B68F-3FB7552C16C8}" presName="rootComposite" presStyleCnt="0"/>
      <dgm:spPr/>
    </dgm:pt>
    <dgm:pt modelId="{1B6F0751-3264-4F1B-BBF6-F55641A3A55D}" type="pres">
      <dgm:prSet presAssocID="{73375891-C629-4497-B68F-3FB7552C16C8}" presName="rootText" presStyleLbl="node2" presStyleIdx="0" presStyleCnt="4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3396F35C-7349-43CB-A68D-43B39D3C3B05}" type="pres">
      <dgm:prSet presAssocID="{73375891-C629-4497-B68F-3FB7552C16C8}" presName="rootConnector" presStyleLbl="node2" presStyleIdx="0" presStyleCnt="4"/>
      <dgm:spPr/>
      <dgm:t>
        <a:bodyPr/>
        <a:lstStyle/>
        <a:p>
          <a:endParaRPr lang="fr-FR"/>
        </a:p>
      </dgm:t>
    </dgm:pt>
    <dgm:pt modelId="{C475815F-F161-4F16-BD24-0993860B460C}" type="pres">
      <dgm:prSet presAssocID="{73375891-C629-4497-B68F-3FB7552C16C8}" presName="hierChild4" presStyleCnt="0"/>
      <dgm:spPr/>
    </dgm:pt>
    <dgm:pt modelId="{51143A26-496A-4290-91B7-651BA649F813}" type="pres">
      <dgm:prSet presAssocID="{73375891-C629-4497-B68F-3FB7552C16C8}" presName="hierChild5" presStyleCnt="0"/>
      <dgm:spPr/>
    </dgm:pt>
    <dgm:pt modelId="{B0517969-5444-4C40-8038-22D56E84DC06}" type="pres">
      <dgm:prSet presAssocID="{06E9E767-0464-4254-A211-A222BFF0C918}" presName="Name37" presStyleLbl="parChTrans1D2" presStyleIdx="1" presStyleCnt="4"/>
      <dgm:spPr/>
      <dgm:t>
        <a:bodyPr/>
        <a:lstStyle/>
        <a:p>
          <a:endParaRPr lang="fr-FR"/>
        </a:p>
      </dgm:t>
    </dgm:pt>
    <dgm:pt modelId="{BE749EEB-5B18-40DF-8731-E888A8647A13}" type="pres">
      <dgm:prSet presAssocID="{811706AA-F782-4C8B-895B-3FBDD85CD1ED}" presName="hierRoot2" presStyleCnt="0">
        <dgm:presLayoutVars>
          <dgm:hierBranch val="init"/>
        </dgm:presLayoutVars>
      </dgm:prSet>
      <dgm:spPr/>
    </dgm:pt>
    <dgm:pt modelId="{A91821C7-6B58-4914-8B10-358578A4D40A}" type="pres">
      <dgm:prSet presAssocID="{811706AA-F782-4C8B-895B-3FBDD85CD1ED}" presName="rootComposite" presStyleCnt="0"/>
      <dgm:spPr/>
    </dgm:pt>
    <dgm:pt modelId="{D5D8F38D-5F31-4CB0-A4AB-FEE8381A3323}" type="pres">
      <dgm:prSet presAssocID="{811706AA-F782-4C8B-895B-3FBDD85CD1ED}" presName="rootText" presStyleLbl="node2" presStyleIdx="1" presStyleCnt="4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A2BF333D-E44C-4A71-9129-EBC3566E7AA3}" type="pres">
      <dgm:prSet presAssocID="{811706AA-F782-4C8B-895B-3FBDD85CD1ED}" presName="rootConnector" presStyleLbl="node2" presStyleIdx="1" presStyleCnt="4"/>
      <dgm:spPr/>
      <dgm:t>
        <a:bodyPr/>
        <a:lstStyle/>
        <a:p>
          <a:endParaRPr lang="fr-FR"/>
        </a:p>
      </dgm:t>
    </dgm:pt>
    <dgm:pt modelId="{8B870443-59A8-4F6F-8345-13592B2262FF}" type="pres">
      <dgm:prSet presAssocID="{811706AA-F782-4C8B-895B-3FBDD85CD1ED}" presName="hierChild4" presStyleCnt="0"/>
      <dgm:spPr/>
    </dgm:pt>
    <dgm:pt modelId="{E5B34FB3-47A1-4F99-8B1D-F6F9E814ABE6}" type="pres">
      <dgm:prSet presAssocID="{811706AA-F782-4C8B-895B-3FBDD85CD1ED}" presName="hierChild5" presStyleCnt="0"/>
      <dgm:spPr/>
    </dgm:pt>
    <dgm:pt modelId="{EBA9F4E4-0119-473F-A3FB-70A0ACCD2FA4}" type="pres">
      <dgm:prSet presAssocID="{E1856512-DBBA-4A3F-802A-1F0796BD36CA}" presName="Name37" presStyleLbl="parChTrans1D2" presStyleIdx="2" presStyleCnt="4"/>
      <dgm:spPr/>
      <dgm:t>
        <a:bodyPr/>
        <a:lstStyle/>
        <a:p>
          <a:endParaRPr lang="fr-FR"/>
        </a:p>
      </dgm:t>
    </dgm:pt>
    <dgm:pt modelId="{9A3E16E8-A907-480F-AC8D-2DEEC9B648A9}" type="pres">
      <dgm:prSet presAssocID="{D77B3879-61EC-4E8A-AD72-408B85D54874}" presName="hierRoot2" presStyleCnt="0">
        <dgm:presLayoutVars>
          <dgm:hierBranch val="init"/>
        </dgm:presLayoutVars>
      </dgm:prSet>
      <dgm:spPr/>
    </dgm:pt>
    <dgm:pt modelId="{609E17AC-0733-4A5E-8385-3D870338A163}" type="pres">
      <dgm:prSet presAssocID="{D77B3879-61EC-4E8A-AD72-408B85D54874}" presName="rootComposite" presStyleCnt="0"/>
      <dgm:spPr/>
    </dgm:pt>
    <dgm:pt modelId="{EAFCDC80-FF46-4EE1-952E-25AB680179D9}" type="pres">
      <dgm:prSet presAssocID="{D77B3879-61EC-4E8A-AD72-408B85D54874}" presName="rootText" presStyleLbl="node2" presStyleIdx="2" presStyleCnt="4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6191D756-5DBB-4C6C-9019-5C89E8B550B7}" type="pres">
      <dgm:prSet presAssocID="{D77B3879-61EC-4E8A-AD72-408B85D54874}" presName="rootConnector" presStyleLbl="node2" presStyleIdx="2" presStyleCnt="4"/>
      <dgm:spPr/>
      <dgm:t>
        <a:bodyPr/>
        <a:lstStyle/>
        <a:p>
          <a:endParaRPr lang="fr-FR"/>
        </a:p>
      </dgm:t>
    </dgm:pt>
    <dgm:pt modelId="{302DDD1A-00AD-4F24-9F8E-510EE4B03A4D}" type="pres">
      <dgm:prSet presAssocID="{D77B3879-61EC-4E8A-AD72-408B85D54874}" presName="hierChild4" presStyleCnt="0"/>
      <dgm:spPr/>
    </dgm:pt>
    <dgm:pt modelId="{5DDEB6F3-AE8E-4E90-9566-2A19F0B23D3E}" type="pres">
      <dgm:prSet presAssocID="{D77B3879-61EC-4E8A-AD72-408B85D54874}" presName="hierChild5" presStyleCnt="0"/>
      <dgm:spPr/>
    </dgm:pt>
    <dgm:pt modelId="{CE2FDF0C-B594-4720-89D1-55698E388D18}" type="pres">
      <dgm:prSet presAssocID="{E490F679-45DE-46CE-9A84-9642E93A0803}" presName="Name37" presStyleLbl="parChTrans1D2" presStyleIdx="3" presStyleCnt="4"/>
      <dgm:spPr/>
      <dgm:t>
        <a:bodyPr/>
        <a:lstStyle/>
        <a:p>
          <a:endParaRPr lang="fr-FR"/>
        </a:p>
      </dgm:t>
    </dgm:pt>
    <dgm:pt modelId="{0DA20C91-65F7-4A49-9925-582C89CE21F0}" type="pres">
      <dgm:prSet presAssocID="{06C50E6E-C376-4871-97C3-A84BA6FB5C3E}" presName="hierRoot2" presStyleCnt="0">
        <dgm:presLayoutVars>
          <dgm:hierBranch val="init"/>
        </dgm:presLayoutVars>
      </dgm:prSet>
      <dgm:spPr/>
    </dgm:pt>
    <dgm:pt modelId="{DCC297F4-22B9-4A34-A1C1-62AD81235C95}" type="pres">
      <dgm:prSet presAssocID="{06C50E6E-C376-4871-97C3-A84BA6FB5C3E}" presName="rootComposite" presStyleCnt="0"/>
      <dgm:spPr/>
    </dgm:pt>
    <dgm:pt modelId="{729BCDDF-A12C-4E34-B5F2-3BFBE3B8D7D5}" type="pres">
      <dgm:prSet presAssocID="{06C50E6E-C376-4871-97C3-A84BA6FB5C3E}" presName="rootText" presStyleLbl="node2" presStyleIdx="3" presStyleCnt="4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AFB8DE6E-AA2B-4571-BE29-FBA7CA1DA60B}" type="pres">
      <dgm:prSet presAssocID="{06C50E6E-C376-4871-97C3-A84BA6FB5C3E}" presName="rootConnector" presStyleLbl="node2" presStyleIdx="3" presStyleCnt="4"/>
      <dgm:spPr/>
      <dgm:t>
        <a:bodyPr/>
        <a:lstStyle/>
        <a:p>
          <a:endParaRPr lang="fr-FR"/>
        </a:p>
      </dgm:t>
    </dgm:pt>
    <dgm:pt modelId="{D7314C65-D268-41DD-BECD-AA6A86EB855D}" type="pres">
      <dgm:prSet presAssocID="{06C50E6E-C376-4871-97C3-A84BA6FB5C3E}" presName="hierChild4" presStyleCnt="0"/>
      <dgm:spPr/>
    </dgm:pt>
    <dgm:pt modelId="{664BD083-A570-47D6-8D3F-ADE2907BC1E9}" type="pres">
      <dgm:prSet presAssocID="{06C50E6E-C376-4871-97C3-A84BA6FB5C3E}" presName="hierChild5" presStyleCnt="0"/>
      <dgm:spPr/>
    </dgm:pt>
    <dgm:pt modelId="{900C24D8-8ABA-44E5-8195-1D78BA043CC8}" type="pres">
      <dgm:prSet presAssocID="{6A90791B-31CB-420F-ABFA-7BCC789C90E5}" presName="hierChild3" presStyleCnt="0"/>
      <dgm:spPr/>
    </dgm:pt>
  </dgm:ptLst>
  <dgm:cxnLst>
    <dgm:cxn modelId="{26239C4D-23F7-4835-AC96-DFA46197DA75}" type="presOf" srcId="{D77B3879-61EC-4E8A-AD72-408B85D54874}" destId="{6191D756-5DBB-4C6C-9019-5C89E8B550B7}" srcOrd="1" destOrd="0" presId="urn:microsoft.com/office/officeart/2005/8/layout/orgChart1"/>
    <dgm:cxn modelId="{1CE8CE76-EC5D-42F8-A877-EB5556444759}" type="presOf" srcId="{73375891-C629-4497-B68F-3FB7552C16C8}" destId="{3396F35C-7349-43CB-A68D-43B39D3C3B05}" srcOrd="1" destOrd="0" presId="urn:microsoft.com/office/officeart/2005/8/layout/orgChart1"/>
    <dgm:cxn modelId="{D7CE8A56-D497-42A3-BB8D-E473565FEB30}" type="presOf" srcId="{E1856512-DBBA-4A3F-802A-1F0796BD36CA}" destId="{EBA9F4E4-0119-473F-A3FB-70A0ACCD2FA4}" srcOrd="0" destOrd="0" presId="urn:microsoft.com/office/officeart/2005/8/layout/orgChart1"/>
    <dgm:cxn modelId="{A6C6FFC8-2AE5-420D-99D4-A264AD29730D}" srcId="{CFC34DB8-41C3-4BD0-BE3E-C146503B7D28}" destId="{6A90791B-31CB-420F-ABFA-7BCC789C90E5}" srcOrd="0" destOrd="0" parTransId="{8548C411-2DE9-4C7C-BDA9-AE71CE4603D9}" sibTransId="{1D7C481F-3C93-49B0-9AB4-45178666D816}"/>
    <dgm:cxn modelId="{04A78D25-5C11-4540-95EC-CAA9ABF8FED2}" type="presOf" srcId="{6A90791B-31CB-420F-ABFA-7BCC789C90E5}" destId="{B6C581B2-EDC5-4D93-92A8-936E0308A7A2}" srcOrd="1" destOrd="0" presId="urn:microsoft.com/office/officeart/2005/8/layout/orgChart1"/>
    <dgm:cxn modelId="{29C70A15-2F24-4AB7-88F6-FC3B5550A729}" type="presOf" srcId="{73375891-C629-4497-B68F-3FB7552C16C8}" destId="{1B6F0751-3264-4F1B-BBF6-F55641A3A55D}" srcOrd="0" destOrd="0" presId="urn:microsoft.com/office/officeart/2005/8/layout/orgChart1"/>
    <dgm:cxn modelId="{9DE469C7-9E04-42C2-99ED-8E1AA3D8D74C}" srcId="{6A90791B-31CB-420F-ABFA-7BCC789C90E5}" destId="{06C50E6E-C376-4871-97C3-A84BA6FB5C3E}" srcOrd="3" destOrd="0" parTransId="{E490F679-45DE-46CE-9A84-9642E93A0803}" sibTransId="{E7E13077-40A8-43FD-822E-978183E7E0A0}"/>
    <dgm:cxn modelId="{3DC0D563-C119-496C-92BB-6C0F770CD1D2}" type="presOf" srcId="{D77B3879-61EC-4E8A-AD72-408B85D54874}" destId="{EAFCDC80-FF46-4EE1-952E-25AB680179D9}" srcOrd="0" destOrd="0" presId="urn:microsoft.com/office/officeart/2005/8/layout/orgChart1"/>
    <dgm:cxn modelId="{ED7D235A-69F4-46A6-B878-83A65BFABE56}" type="presOf" srcId="{811706AA-F782-4C8B-895B-3FBDD85CD1ED}" destId="{D5D8F38D-5F31-4CB0-A4AB-FEE8381A3323}" srcOrd="0" destOrd="0" presId="urn:microsoft.com/office/officeart/2005/8/layout/orgChart1"/>
    <dgm:cxn modelId="{4D561BFC-825F-4173-9116-FAB6E112178A}" type="presOf" srcId="{06C50E6E-C376-4871-97C3-A84BA6FB5C3E}" destId="{729BCDDF-A12C-4E34-B5F2-3BFBE3B8D7D5}" srcOrd="0" destOrd="0" presId="urn:microsoft.com/office/officeart/2005/8/layout/orgChart1"/>
    <dgm:cxn modelId="{60B236CA-4954-4150-9980-D6E3BBB224C4}" type="presOf" srcId="{06E9E767-0464-4254-A211-A222BFF0C918}" destId="{B0517969-5444-4C40-8038-22D56E84DC06}" srcOrd="0" destOrd="0" presId="urn:microsoft.com/office/officeart/2005/8/layout/orgChart1"/>
    <dgm:cxn modelId="{2D461D5A-3801-4E26-A18F-796972B86B08}" type="presOf" srcId="{CFC34DB8-41C3-4BD0-BE3E-C146503B7D28}" destId="{BF287C78-1044-4727-B4D9-85BA603BE35B}" srcOrd="0" destOrd="0" presId="urn:microsoft.com/office/officeart/2005/8/layout/orgChart1"/>
    <dgm:cxn modelId="{20CBD9AD-8CD5-4480-AFB1-A2EDB3125ACD}" srcId="{6A90791B-31CB-420F-ABFA-7BCC789C90E5}" destId="{811706AA-F782-4C8B-895B-3FBDD85CD1ED}" srcOrd="1" destOrd="0" parTransId="{06E9E767-0464-4254-A211-A222BFF0C918}" sibTransId="{26443C8B-D1EC-4999-B6C3-635E2F3F2F2D}"/>
    <dgm:cxn modelId="{CDE833B3-9CED-4FF1-9322-0FACB210F2EA}" srcId="{6A90791B-31CB-420F-ABFA-7BCC789C90E5}" destId="{73375891-C629-4497-B68F-3FB7552C16C8}" srcOrd="0" destOrd="0" parTransId="{8028F0ED-44CD-4613-BA8D-A15ACF49E6E8}" sibTransId="{417AD415-8E70-4DBD-A117-0902C0A7F909}"/>
    <dgm:cxn modelId="{8FF7997F-F07E-4B74-B5A0-8E2F44BAAF69}" type="presOf" srcId="{8028F0ED-44CD-4613-BA8D-A15ACF49E6E8}" destId="{F3607A3E-6294-468C-8EAF-FECA087CF978}" srcOrd="0" destOrd="0" presId="urn:microsoft.com/office/officeart/2005/8/layout/orgChart1"/>
    <dgm:cxn modelId="{71C992F7-973F-4E3F-BE7A-367C49F0DFA4}" type="presOf" srcId="{6A90791B-31CB-420F-ABFA-7BCC789C90E5}" destId="{50B3EEA2-58FB-46B7-A6B2-68DA7080FB8E}" srcOrd="0" destOrd="0" presId="urn:microsoft.com/office/officeart/2005/8/layout/orgChart1"/>
    <dgm:cxn modelId="{1C30A8D9-CAED-4802-B2ED-83AE4DF08439}" type="presOf" srcId="{06C50E6E-C376-4871-97C3-A84BA6FB5C3E}" destId="{AFB8DE6E-AA2B-4571-BE29-FBA7CA1DA60B}" srcOrd="1" destOrd="0" presId="urn:microsoft.com/office/officeart/2005/8/layout/orgChart1"/>
    <dgm:cxn modelId="{5B53D5CD-C487-47CC-906B-ACC1B66DA9FE}" srcId="{6A90791B-31CB-420F-ABFA-7BCC789C90E5}" destId="{D77B3879-61EC-4E8A-AD72-408B85D54874}" srcOrd="2" destOrd="0" parTransId="{E1856512-DBBA-4A3F-802A-1F0796BD36CA}" sibTransId="{1894BC22-3061-44E4-8CD2-FEE8DE7550A9}"/>
    <dgm:cxn modelId="{6CA7262D-9B4E-4713-8626-A7898FD67EDF}" type="presOf" srcId="{E490F679-45DE-46CE-9A84-9642E93A0803}" destId="{CE2FDF0C-B594-4720-89D1-55698E388D18}" srcOrd="0" destOrd="0" presId="urn:microsoft.com/office/officeart/2005/8/layout/orgChart1"/>
    <dgm:cxn modelId="{9CE43D43-1BBB-4313-963B-00BCBAB0FCE5}" type="presOf" srcId="{811706AA-F782-4C8B-895B-3FBDD85CD1ED}" destId="{A2BF333D-E44C-4A71-9129-EBC3566E7AA3}" srcOrd="1" destOrd="0" presId="urn:microsoft.com/office/officeart/2005/8/layout/orgChart1"/>
    <dgm:cxn modelId="{389B47A4-F7E6-490A-BA87-5315467EEAA9}" type="presParOf" srcId="{BF287C78-1044-4727-B4D9-85BA603BE35B}" destId="{43AA2776-CD1C-46BF-BF42-138B06979BF7}" srcOrd="0" destOrd="0" presId="urn:microsoft.com/office/officeart/2005/8/layout/orgChart1"/>
    <dgm:cxn modelId="{626BF6B0-E99C-42A3-9170-357DEEDCDF72}" type="presParOf" srcId="{43AA2776-CD1C-46BF-BF42-138B06979BF7}" destId="{F4E657B1-4E9F-408A-9C1B-0F970E6B6AEB}" srcOrd="0" destOrd="0" presId="urn:microsoft.com/office/officeart/2005/8/layout/orgChart1"/>
    <dgm:cxn modelId="{749B8CC6-F9CD-4771-A7F0-E6145AFB8237}" type="presParOf" srcId="{F4E657B1-4E9F-408A-9C1B-0F970E6B6AEB}" destId="{50B3EEA2-58FB-46B7-A6B2-68DA7080FB8E}" srcOrd="0" destOrd="0" presId="urn:microsoft.com/office/officeart/2005/8/layout/orgChart1"/>
    <dgm:cxn modelId="{F67FADF8-333C-45F4-8B8A-42423FC1C626}" type="presParOf" srcId="{F4E657B1-4E9F-408A-9C1B-0F970E6B6AEB}" destId="{B6C581B2-EDC5-4D93-92A8-936E0308A7A2}" srcOrd="1" destOrd="0" presId="urn:microsoft.com/office/officeart/2005/8/layout/orgChart1"/>
    <dgm:cxn modelId="{4191FCF4-AA4D-4E04-891C-50C3A2E04FE9}" type="presParOf" srcId="{43AA2776-CD1C-46BF-BF42-138B06979BF7}" destId="{18E2533A-5D2E-4647-AF70-2503D7E6CA3B}" srcOrd="1" destOrd="0" presId="urn:microsoft.com/office/officeart/2005/8/layout/orgChart1"/>
    <dgm:cxn modelId="{36D462CD-49AF-4820-94C4-DAB96691F74A}" type="presParOf" srcId="{18E2533A-5D2E-4647-AF70-2503D7E6CA3B}" destId="{F3607A3E-6294-468C-8EAF-FECA087CF978}" srcOrd="0" destOrd="0" presId="urn:microsoft.com/office/officeart/2005/8/layout/orgChart1"/>
    <dgm:cxn modelId="{75CAC9F1-BC39-4F42-AC16-A87BA7902750}" type="presParOf" srcId="{18E2533A-5D2E-4647-AF70-2503D7E6CA3B}" destId="{9F9BC52D-D9E4-4B38-85BF-182A0B7A2FB8}" srcOrd="1" destOrd="0" presId="urn:microsoft.com/office/officeart/2005/8/layout/orgChart1"/>
    <dgm:cxn modelId="{8FAE1AB9-894F-4D88-B9D7-B70F4730FB31}" type="presParOf" srcId="{9F9BC52D-D9E4-4B38-85BF-182A0B7A2FB8}" destId="{749F88C1-BD44-41FE-899F-10A370A7F738}" srcOrd="0" destOrd="0" presId="urn:microsoft.com/office/officeart/2005/8/layout/orgChart1"/>
    <dgm:cxn modelId="{62976270-058B-412D-8DA5-5B52C890B566}" type="presParOf" srcId="{749F88C1-BD44-41FE-899F-10A370A7F738}" destId="{1B6F0751-3264-4F1B-BBF6-F55641A3A55D}" srcOrd="0" destOrd="0" presId="urn:microsoft.com/office/officeart/2005/8/layout/orgChart1"/>
    <dgm:cxn modelId="{440D73AD-956A-4A9F-A179-AC8F5ECF5E72}" type="presParOf" srcId="{749F88C1-BD44-41FE-899F-10A370A7F738}" destId="{3396F35C-7349-43CB-A68D-43B39D3C3B05}" srcOrd="1" destOrd="0" presId="urn:microsoft.com/office/officeart/2005/8/layout/orgChart1"/>
    <dgm:cxn modelId="{6C0DC8D9-DB23-4839-8FD9-AD4A3749DF69}" type="presParOf" srcId="{9F9BC52D-D9E4-4B38-85BF-182A0B7A2FB8}" destId="{C475815F-F161-4F16-BD24-0993860B460C}" srcOrd="1" destOrd="0" presId="urn:microsoft.com/office/officeart/2005/8/layout/orgChart1"/>
    <dgm:cxn modelId="{160E7FD1-A583-4D05-BCE5-75D85E7AF25B}" type="presParOf" srcId="{9F9BC52D-D9E4-4B38-85BF-182A0B7A2FB8}" destId="{51143A26-496A-4290-91B7-651BA649F813}" srcOrd="2" destOrd="0" presId="urn:microsoft.com/office/officeart/2005/8/layout/orgChart1"/>
    <dgm:cxn modelId="{487370DE-8D56-4D3B-A2AF-F644A04DC08E}" type="presParOf" srcId="{18E2533A-5D2E-4647-AF70-2503D7E6CA3B}" destId="{B0517969-5444-4C40-8038-22D56E84DC06}" srcOrd="2" destOrd="0" presId="urn:microsoft.com/office/officeart/2005/8/layout/orgChart1"/>
    <dgm:cxn modelId="{AF6E70D2-EE52-40E9-829C-75052DBBF71F}" type="presParOf" srcId="{18E2533A-5D2E-4647-AF70-2503D7E6CA3B}" destId="{BE749EEB-5B18-40DF-8731-E888A8647A13}" srcOrd="3" destOrd="0" presId="urn:microsoft.com/office/officeart/2005/8/layout/orgChart1"/>
    <dgm:cxn modelId="{B8527A98-F331-4612-8521-124E97C2B4E9}" type="presParOf" srcId="{BE749EEB-5B18-40DF-8731-E888A8647A13}" destId="{A91821C7-6B58-4914-8B10-358578A4D40A}" srcOrd="0" destOrd="0" presId="urn:microsoft.com/office/officeart/2005/8/layout/orgChart1"/>
    <dgm:cxn modelId="{6E50375D-C827-476F-AD86-0C7C2D3D047D}" type="presParOf" srcId="{A91821C7-6B58-4914-8B10-358578A4D40A}" destId="{D5D8F38D-5F31-4CB0-A4AB-FEE8381A3323}" srcOrd="0" destOrd="0" presId="urn:microsoft.com/office/officeart/2005/8/layout/orgChart1"/>
    <dgm:cxn modelId="{CBCD6488-EEBC-49EC-AB4E-1C810706FC2B}" type="presParOf" srcId="{A91821C7-6B58-4914-8B10-358578A4D40A}" destId="{A2BF333D-E44C-4A71-9129-EBC3566E7AA3}" srcOrd="1" destOrd="0" presId="urn:microsoft.com/office/officeart/2005/8/layout/orgChart1"/>
    <dgm:cxn modelId="{BB9C138C-2F40-4C87-B370-D676C0B373D8}" type="presParOf" srcId="{BE749EEB-5B18-40DF-8731-E888A8647A13}" destId="{8B870443-59A8-4F6F-8345-13592B2262FF}" srcOrd="1" destOrd="0" presId="urn:microsoft.com/office/officeart/2005/8/layout/orgChart1"/>
    <dgm:cxn modelId="{08E134F9-7648-4708-9719-EFEA15D83AFD}" type="presParOf" srcId="{BE749EEB-5B18-40DF-8731-E888A8647A13}" destId="{E5B34FB3-47A1-4F99-8B1D-F6F9E814ABE6}" srcOrd="2" destOrd="0" presId="urn:microsoft.com/office/officeart/2005/8/layout/orgChart1"/>
    <dgm:cxn modelId="{F1473C2D-3524-4E03-BAB1-121085F7C5FB}" type="presParOf" srcId="{18E2533A-5D2E-4647-AF70-2503D7E6CA3B}" destId="{EBA9F4E4-0119-473F-A3FB-70A0ACCD2FA4}" srcOrd="4" destOrd="0" presId="urn:microsoft.com/office/officeart/2005/8/layout/orgChart1"/>
    <dgm:cxn modelId="{6E52A332-D7D4-4A79-8E62-38D8C649692B}" type="presParOf" srcId="{18E2533A-5D2E-4647-AF70-2503D7E6CA3B}" destId="{9A3E16E8-A907-480F-AC8D-2DEEC9B648A9}" srcOrd="5" destOrd="0" presId="urn:microsoft.com/office/officeart/2005/8/layout/orgChart1"/>
    <dgm:cxn modelId="{1FE2A484-5E26-4A39-8401-32A43631CE31}" type="presParOf" srcId="{9A3E16E8-A907-480F-AC8D-2DEEC9B648A9}" destId="{609E17AC-0733-4A5E-8385-3D870338A163}" srcOrd="0" destOrd="0" presId="urn:microsoft.com/office/officeart/2005/8/layout/orgChart1"/>
    <dgm:cxn modelId="{2EC2A409-2594-4379-85F0-34497B399A0E}" type="presParOf" srcId="{609E17AC-0733-4A5E-8385-3D870338A163}" destId="{EAFCDC80-FF46-4EE1-952E-25AB680179D9}" srcOrd="0" destOrd="0" presId="urn:microsoft.com/office/officeart/2005/8/layout/orgChart1"/>
    <dgm:cxn modelId="{D743A55E-5DE2-414A-A4BD-643AC8EA0AD7}" type="presParOf" srcId="{609E17AC-0733-4A5E-8385-3D870338A163}" destId="{6191D756-5DBB-4C6C-9019-5C89E8B550B7}" srcOrd="1" destOrd="0" presId="urn:microsoft.com/office/officeart/2005/8/layout/orgChart1"/>
    <dgm:cxn modelId="{BBB5F291-06C4-4518-B43B-FA8EE7B2C38D}" type="presParOf" srcId="{9A3E16E8-A907-480F-AC8D-2DEEC9B648A9}" destId="{302DDD1A-00AD-4F24-9F8E-510EE4B03A4D}" srcOrd="1" destOrd="0" presId="urn:microsoft.com/office/officeart/2005/8/layout/orgChart1"/>
    <dgm:cxn modelId="{1542370B-24D9-4B37-9B1C-3191CE9645CB}" type="presParOf" srcId="{9A3E16E8-A907-480F-AC8D-2DEEC9B648A9}" destId="{5DDEB6F3-AE8E-4E90-9566-2A19F0B23D3E}" srcOrd="2" destOrd="0" presId="urn:microsoft.com/office/officeart/2005/8/layout/orgChart1"/>
    <dgm:cxn modelId="{A1DFFB01-188C-4030-BCDF-90BE1B89E7B8}" type="presParOf" srcId="{18E2533A-5D2E-4647-AF70-2503D7E6CA3B}" destId="{CE2FDF0C-B594-4720-89D1-55698E388D18}" srcOrd="6" destOrd="0" presId="urn:microsoft.com/office/officeart/2005/8/layout/orgChart1"/>
    <dgm:cxn modelId="{13602805-4084-40B2-8E82-F747C85E742E}" type="presParOf" srcId="{18E2533A-5D2E-4647-AF70-2503D7E6CA3B}" destId="{0DA20C91-65F7-4A49-9925-582C89CE21F0}" srcOrd="7" destOrd="0" presId="urn:microsoft.com/office/officeart/2005/8/layout/orgChart1"/>
    <dgm:cxn modelId="{9776CC4F-8A8A-4380-AD9A-79E26D3B0C4C}" type="presParOf" srcId="{0DA20C91-65F7-4A49-9925-582C89CE21F0}" destId="{DCC297F4-22B9-4A34-A1C1-62AD81235C95}" srcOrd="0" destOrd="0" presId="urn:microsoft.com/office/officeart/2005/8/layout/orgChart1"/>
    <dgm:cxn modelId="{128A215A-72B9-410C-BE55-9D95FD09BC05}" type="presParOf" srcId="{DCC297F4-22B9-4A34-A1C1-62AD81235C95}" destId="{729BCDDF-A12C-4E34-B5F2-3BFBE3B8D7D5}" srcOrd="0" destOrd="0" presId="urn:microsoft.com/office/officeart/2005/8/layout/orgChart1"/>
    <dgm:cxn modelId="{35E22C2A-0FB4-4A46-8971-1568FC40452B}" type="presParOf" srcId="{DCC297F4-22B9-4A34-A1C1-62AD81235C95}" destId="{AFB8DE6E-AA2B-4571-BE29-FBA7CA1DA60B}" srcOrd="1" destOrd="0" presId="urn:microsoft.com/office/officeart/2005/8/layout/orgChart1"/>
    <dgm:cxn modelId="{C6D89FB0-100B-4490-9DBD-94054A8A6EF3}" type="presParOf" srcId="{0DA20C91-65F7-4A49-9925-582C89CE21F0}" destId="{D7314C65-D268-41DD-BECD-AA6A86EB855D}" srcOrd="1" destOrd="0" presId="urn:microsoft.com/office/officeart/2005/8/layout/orgChart1"/>
    <dgm:cxn modelId="{35B92A69-E36B-4D53-A293-DFE4D80B5223}" type="presParOf" srcId="{0DA20C91-65F7-4A49-9925-582C89CE21F0}" destId="{664BD083-A570-47D6-8D3F-ADE2907BC1E9}" srcOrd="2" destOrd="0" presId="urn:microsoft.com/office/officeart/2005/8/layout/orgChart1"/>
    <dgm:cxn modelId="{145CCB2D-74CB-4DD9-A8C7-3F94E1D0B448}" type="presParOf" srcId="{43AA2776-CD1C-46BF-BF42-138B06979BF7}" destId="{900C24D8-8ABA-44E5-8195-1D78BA043CC8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2FDF0C-B594-4720-89D1-55698E388D18}">
      <dsp:nvSpPr>
        <dsp:cNvPr id="0" name=""/>
        <dsp:cNvSpPr/>
      </dsp:nvSpPr>
      <dsp:spPr>
        <a:xfrm>
          <a:off x="4416250" y="1908346"/>
          <a:ext cx="3458834" cy="40019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0097"/>
              </a:lnTo>
              <a:lnTo>
                <a:pt x="3458834" y="200097"/>
              </a:lnTo>
              <a:lnTo>
                <a:pt x="3458834" y="400195"/>
              </a:lnTo>
            </a:path>
          </a:pathLst>
        </a:custGeom>
        <a:noFill/>
        <a:ln w="63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BA9F4E4-0119-473F-A3FB-70A0ACCD2FA4}">
      <dsp:nvSpPr>
        <dsp:cNvPr id="0" name=""/>
        <dsp:cNvSpPr/>
      </dsp:nvSpPr>
      <dsp:spPr>
        <a:xfrm>
          <a:off x="4416250" y="1908346"/>
          <a:ext cx="1152944" cy="40019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0097"/>
              </a:lnTo>
              <a:lnTo>
                <a:pt x="1152944" y="200097"/>
              </a:lnTo>
              <a:lnTo>
                <a:pt x="1152944" y="400195"/>
              </a:lnTo>
            </a:path>
          </a:pathLst>
        </a:custGeom>
        <a:noFill/>
        <a:ln w="63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0517969-5444-4C40-8038-22D56E84DC06}">
      <dsp:nvSpPr>
        <dsp:cNvPr id="0" name=""/>
        <dsp:cNvSpPr/>
      </dsp:nvSpPr>
      <dsp:spPr>
        <a:xfrm>
          <a:off x="3263305" y="1908346"/>
          <a:ext cx="1152944" cy="400195"/>
        </a:xfrm>
        <a:custGeom>
          <a:avLst/>
          <a:gdLst/>
          <a:ahLst/>
          <a:cxnLst/>
          <a:rect l="0" t="0" r="0" b="0"/>
          <a:pathLst>
            <a:path>
              <a:moveTo>
                <a:pt x="1152944" y="0"/>
              </a:moveTo>
              <a:lnTo>
                <a:pt x="1152944" y="200097"/>
              </a:lnTo>
              <a:lnTo>
                <a:pt x="0" y="200097"/>
              </a:lnTo>
              <a:lnTo>
                <a:pt x="0" y="400195"/>
              </a:lnTo>
            </a:path>
          </a:pathLst>
        </a:custGeom>
        <a:noFill/>
        <a:ln w="63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3607A3E-6294-468C-8EAF-FECA087CF978}">
      <dsp:nvSpPr>
        <dsp:cNvPr id="0" name=""/>
        <dsp:cNvSpPr/>
      </dsp:nvSpPr>
      <dsp:spPr>
        <a:xfrm>
          <a:off x="957415" y="1908346"/>
          <a:ext cx="3458834" cy="400195"/>
        </a:xfrm>
        <a:custGeom>
          <a:avLst/>
          <a:gdLst/>
          <a:ahLst/>
          <a:cxnLst/>
          <a:rect l="0" t="0" r="0" b="0"/>
          <a:pathLst>
            <a:path>
              <a:moveTo>
                <a:pt x="3458834" y="0"/>
              </a:moveTo>
              <a:lnTo>
                <a:pt x="3458834" y="200097"/>
              </a:lnTo>
              <a:lnTo>
                <a:pt x="0" y="200097"/>
              </a:lnTo>
              <a:lnTo>
                <a:pt x="0" y="400195"/>
              </a:lnTo>
            </a:path>
          </a:pathLst>
        </a:custGeom>
        <a:noFill/>
        <a:ln w="63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B3EEA2-58FB-46B7-A6B2-68DA7080FB8E}">
      <dsp:nvSpPr>
        <dsp:cNvPr id="0" name=""/>
        <dsp:cNvSpPr/>
      </dsp:nvSpPr>
      <dsp:spPr>
        <a:xfrm>
          <a:off x="3463403" y="955499"/>
          <a:ext cx="1905694" cy="95284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500" kern="1200" dirty="0" smtClean="0"/>
            <a:t>Data structure </a:t>
          </a:r>
          <a:r>
            <a:rPr lang="fr-FR" sz="2500" kern="1200" dirty="0" err="1" smtClean="0"/>
            <a:t>build</a:t>
          </a:r>
          <a:r>
            <a:rPr lang="fr-FR" sz="2500" kern="1200" dirty="0" smtClean="0"/>
            <a:t>-in</a:t>
          </a:r>
          <a:endParaRPr lang="fr-FR" sz="2500" kern="1200" dirty="0"/>
        </a:p>
      </dsp:txBody>
      <dsp:txXfrm>
        <a:off x="3463403" y="955499"/>
        <a:ext cx="1905694" cy="952847"/>
      </dsp:txXfrm>
    </dsp:sp>
    <dsp:sp modelId="{1B6F0751-3264-4F1B-BBF6-F55641A3A55D}">
      <dsp:nvSpPr>
        <dsp:cNvPr id="0" name=""/>
        <dsp:cNvSpPr/>
      </dsp:nvSpPr>
      <dsp:spPr>
        <a:xfrm>
          <a:off x="4568" y="2308541"/>
          <a:ext cx="1905694" cy="95284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List </a:t>
          </a:r>
          <a:endParaRPr lang="fr-FR" sz="2500" kern="1200" dirty="0"/>
        </a:p>
      </dsp:txBody>
      <dsp:txXfrm>
        <a:off x="4568" y="2308541"/>
        <a:ext cx="1905694" cy="952847"/>
      </dsp:txXfrm>
    </dsp:sp>
    <dsp:sp modelId="{D5D8F38D-5F31-4CB0-A4AB-FEE8381A3323}">
      <dsp:nvSpPr>
        <dsp:cNvPr id="0" name=""/>
        <dsp:cNvSpPr/>
      </dsp:nvSpPr>
      <dsp:spPr>
        <a:xfrm>
          <a:off x="2310458" y="2308541"/>
          <a:ext cx="1905694" cy="95284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500" kern="1200" dirty="0" err="1" smtClean="0">
              <a:hlinkClick xmlns:r="http://schemas.openxmlformats.org/officeDocument/2006/relationships" r:id="" action="ppaction://hlinksldjump"/>
            </a:rPr>
            <a:t>Tuple</a:t>
          </a:r>
          <a:r>
            <a:rPr lang="fr-FR" sz="2500" kern="1200" dirty="0" smtClean="0"/>
            <a:t> </a:t>
          </a:r>
          <a:endParaRPr lang="fr-FR" sz="2500" kern="1200" dirty="0"/>
        </a:p>
      </dsp:txBody>
      <dsp:txXfrm>
        <a:off x="2310458" y="2308541"/>
        <a:ext cx="1905694" cy="952847"/>
      </dsp:txXfrm>
    </dsp:sp>
    <dsp:sp modelId="{EAFCDC80-FF46-4EE1-952E-25AB680179D9}">
      <dsp:nvSpPr>
        <dsp:cNvPr id="0" name=""/>
        <dsp:cNvSpPr/>
      </dsp:nvSpPr>
      <dsp:spPr>
        <a:xfrm>
          <a:off x="4616348" y="2308541"/>
          <a:ext cx="1905694" cy="95284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500" kern="1200" dirty="0" smtClean="0"/>
            <a:t>Set </a:t>
          </a:r>
          <a:endParaRPr lang="fr-FR" sz="2500" kern="1200" dirty="0"/>
        </a:p>
      </dsp:txBody>
      <dsp:txXfrm>
        <a:off x="4616348" y="2308541"/>
        <a:ext cx="1905694" cy="952847"/>
      </dsp:txXfrm>
    </dsp:sp>
    <dsp:sp modelId="{729BCDDF-A12C-4E34-B5F2-3BFBE3B8D7D5}">
      <dsp:nvSpPr>
        <dsp:cNvPr id="0" name=""/>
        <dsp:cNvSpPr/>
      </dsp:nvSpPr>
      <dsp:spPr>
        <a:xfrm>
          <a:off x="6922238" y="2308541"/>
          <a:ext cx="1905694" cy="95284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500" kern="1200" dirty="0" err="1" smtClean="0"/>
            <a:t>Dictionary</a:t>
          </a:r>
          <a:r>
            <a:rPr lang="fr-FR" sz="2500" kern="1200" dirty="0" smtClean="0"/>
            <a:t> </a:t>
          </a:r>
          <a:endParaRPr lang="fr-FR" sz="2500" kern="1200" dirty="0"/>
        </a:p>
      </dsp:txBody>
      <dsp:txXfrm>
        <a:off x="6922238" y="2308541"/>
        <a:ext cx="1905694" cy="95284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57FD80-104E-477A-84DF-AAA7C9A1979B}" type="datetimeFigureOut">
              <a:rPr lang="en-ZA" smtClean="0"/>
              <a:t>2026/06/29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395387-B1C2-442A-BF85-CE86727D2772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92699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4514F-D43A-A42F-F995-18DDCE5706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436F4F-A1C7-F451-F6C3-A1507AB0D0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C8F2D3-5BB4-C5B7-C4F3-4E551F27B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2026/06/29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1DA541-B7A6-8C7A-8595-068F77479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4CCD86-6972-4C04-F108-BD052DD0D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1929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ED6DE-BECF-C841-2293-363F5801C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4E547-D5E7-908E-D294-01BE30412A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043825-EDF6-C1B6-0FA4-B0FF16C0A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2026/06/29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4944C-115D-7C85-74A4-388121262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0E5045-82D0-03FD-49A8-8483FA8FB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90074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E3538-AF09-0B60-F393-3DF3406DF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B00258-D7D2-063D-D4AC-47EC9C8F40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4CBC68-6842-434F-0CDA-8DD536869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2026/06/29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66577-1D54-715B-8AE8-C23448D76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0E1C9A-FF65-1394-F64F-AA065144A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82329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23D00-61F9-7D05-C411-6B73E06EE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8DF50-037A-3C15-2C3E-08B916B90F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21D7C0-03E8-0DE3-4542-9C53BF651B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A7D3AF-8813-6E1F-DA13-61235A24C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2026/06/29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B32F4C-E458-C9B9-FEE0-950555BA8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C386A0-3DDA-1393-25AC-6633772CA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58583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07730-885C-D7F8-D8AF-7BFFD2DB7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616968-DB35-9B17-16D7-9E8E179C45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763528-11C3-BF1A-650D-55D23FA6C2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83F0D4-6AEE-D2C3-0E17-9EC20ECE80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D3901C-34E2-FDDE-C04B-8A57A58E00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F33B50-4B92-0DCF-E2FC-E678A7745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2026/06/29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2F502E-4048-BC09-9EEA-3DD37BD88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2AFAC6-BC30-CA12-3D0F-5E5B39A8C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49965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30565-D954-DD51-FC61-7354BF571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3D8855-A4E2-0FB6-F3AB-6E6B78D5F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2026/06/29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0BA00B-F3B4-3A54-0B38-81611AA24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A485BC-2DE8-2A65-7AE0-3D1B23F5E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33956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B18452-EF96-33BB-7F6E-0DDA165D0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2026/06/29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F7A3FB-2588-2460-33BD-3829251A6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8AB309-BD21-BDD0-56C2-C2B453809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39964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6FEBD-EFB0-5161-8EF3-1A9BA24BE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CA531-4543-FF8B-A654-EDE6D9CA3C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1517CA-852A-BF22-AC90-E0AE9FC1C9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B14E24-AF51-C383-CE4B-AE6BA24B3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2026/06/29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7B76C4-7C27-40C1-49F4-B1EE093D8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160C3B-9FE7-1976-47D7-66560038E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36222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54D93-C144-23C7-CA6F-873A6CC60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9215AF-1716-570B-4136-CFE06A6FC3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60860D-1DC4-1A90-F460-22FC03F6B4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60B7BE-BD4D-D22D-5404-40B409D46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2026/06/29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0CCFDF-5FAD-472D-B59B-4F5C73EDD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170FAB-0F52-5E6D-FC32-8B45CCA4F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63027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23BC2-667F-79D3-E71A-A3B96D660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AB11B3-DA3C-0543-E67C-1EC247C40B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8CA22-B69F-103A-904F-45E3E910C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2026/06/29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624D7-40B0-DC4E-C182-4FB2B10F3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E2B130-8251-A5B5-5693-BCD91E028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88598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0596F4-2BD9-11C5-1555-DAEDCBFFF2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528060-A750-36DB-C41C-E8512933D2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06DE29-FDD0-B267-7BC1-07A2264DB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2026/06/29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7CE0C-4578-5368-B11B-6AB263C1A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C645D4-8321-BC8B-15AD-5C930D1F4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230847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2189880" y="2574000"/>
            <a:ext cx="4493520" cy="149580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2942035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33860E-B5F2-D006-098F-5A530B6F0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2BB4DC-DF4C-F411-CE4C-83FFF29CF7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772BCA-DAAD-FDF6-DB26-BFA1C80649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53421B-4862-4D3A-B9AB-BA663EF3CA0D}" type="datetimeFigureOut">
              <a:rPr lang="en-ZA" smtClean="0"/>
              <a:t>2026/06/29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35681-8A91-D98D-3E29-2C45B39983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E9544A-EECF-EBAD-93C7-517233F017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28126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6" r:id="rId1"/>
    <p:sldLayoutId id="2147483827" r:id="rId2"/>
    <p:sldLayoutId id="2147483828" r:id="rId3"/>
    <p:sldLayoutId id="2147483829" r:id="rId4"/>
    <p:sldLayoutId id="2147483830" r:id="rId5"/>
    <p:sldLayoutId id="2147483831" r:id="rId6"/>
    <p:sldLayoutId id="2147483832" r:id="rId7"/>
    <p:sldLayoutId id="2147483833" r:id="rId8"/>
    <p:sldLayoutId id="2147483834" r:id="rId9"/>
    <p:sldLayoutId id="2147483835" r:id="rId10"/>
    <p:sldLayoutId id="2147483836" r:id="rId11"/>
    <p:sldLayoutId id="2147483837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Generated image: Python programming course cover design">
            <a:extLst>
              <a:ext uri="{FF2B5EF4-FFF2-40B4-BE49-F238E27FC236}">
                <a16:creationId xmlns:a16="http://schemas.microsoft.com/office/drawing/2014/main" id="{AAACFFB3-435A-D176-4314-2BD5401AD6C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Z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C2ABBC-EDAF-BC7E-4C08-81CF758A52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6322"/>
          <a:stretch>
            <a:fillRect/>
          </a:stretch>
        </p:blipFill>
        <p:spPr>
          <a:xfrm>
            <a:off x="1" y="0"/>
            <a:ext cx="9144000" cy="504804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BDF832BB-4806-4D0D-93D0-C7C5BD433D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8417" y="-201992"/>
            <a:ext cx="9660834" cy="5547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788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me 1"/>
          <p:cNvGraphicFramePr/>
          <p:nvPr>
            <p:extLst>
              <p:ext uri="{D42A27DB-BD31-4B8C-83A1-F6EECF244321}">
                <p14:modId xmlns:p14="http://schemas.microsoft.com/office/powerpoint/2010/main" val="4087611310"/>
              </p:ext>
            </p:extLst>
          </p:nvPr>
        </p:nvGraphicFramePr>
        <p:xfrm>
          <a:off x="140677" y="386862"/>
          <a:ext cx="8832501" cy="42168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51056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F3E8B14-F6F3-4084-9358-378D0968AC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600" y="246655"/>
            <a:ext cx="8804694" cy="1354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Arial" panose="020B0604020202020204" pitchFamily="34" charset="0"/>
              </a:rPr>
              <a:t>📝 List [ </a:t>
            </a:r>
            <a:r>
              <a:rPr lang="en-US" altLang="en-US" sz="2800" dirty="0" smtClean="0">
                <a:latin typeface="Arial" panose="020B0604020202020204" pitchFamily="34" charset="0"/>
              </a:rPr>
              <a:t>]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 smtClean="0">
                <a:latin typeface="Arial" panose="020B0604020202020204" pitchFamily="34" charset="0"/>
              </a:rPr>
              <a:t>Definition</a:t>
            </a:r>
            <a:r>
              <a:rPr lang="en-US" altLang="en-US" dirty="0">
                <a:latin typeface="Arial" panose="020B0604020202020204" pitchFamily="34" charset="0"/>
              </a:rPr>
              <a:t>: A dynamic, ordered, and mutable collection</a:t>
            </a:r>
            <a:r>
              <a:rPr lang="en-US" altLang="en-US" dirty="0" smtClean="0"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 smtClean="0">
                <a:latin typeface="Arial" panose="020B0604020202020204" pitchFamily="34" charset="0"/>
              </a:rPr>
              <a:t>Best </a:t>
            </a:r>
            <a:r>
              <a:rPr lang="en-US" altLang="en-US" b="1" dirty="0">
                <a:latin typeface="Arial" panose="020B0604020202020204" pitchFamily="34" charset="0"/>
              </a:rPr>
              <a:t>Used For</a:t>
            </a:r>
            <a:r>
              <a:rPr lang="en-US" altLang="en-US" dirty="0">
                <a:latin typeface="Arial" panose="020B0604020202020204" pitchFamily="34" charset="0"/>
              </a:rPr>
              <a:t>: Storing a sequence of items that you expect to change, sort, or append to over time.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BA75AC20-9142-45BA-A1FE-3C5726685E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539" y="1860393"/>
            <a:ext cx="8242852" cy="2224262"/>
          </a:xfrm>
          <a:prstGeom prst="rect">
            <a:avLst/>
          </a:prstGeom>
        </p:spPr>
      </p:pic>
      <p:sp>
        <p:nvSpPr>
          <p:cNvPr id="6" name="Rectangle 5">
            <a:hlinkClick r:id="rId3" action="ppaction://hlinksldjump"/>
          </p:cNvPr>
          <p:cNvSpPr/>
          <p:nvPr/>
        </p:nvSpPr>
        <p:spPr>
          <a:xfrm rot="10800000" flipV="1">
            <a:off x="4851437" y="3559346"/>
            <a:ext cx="3386172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r-FR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3" action="ppaction://hlinksldjump"/>
              </a:rPr>
              <a:t>Back</a:t>
            </a:r>
            <a:r>
              <a:rPr lang="fr-FR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endParaRPr lang="fr-FR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77349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F3E8B14-F6F3-4084-9358-378D0968AC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618" y="333808"/>
            <a:ext cx="8804694" cy="1354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Arial" panose="020B0604020202020204" pitchFamily="34" charset="0"/>
              </a:rPr>
              <a:t>🔒 Tuple ( </a:t>
            </a:r>
            <a:r>
              <a:rPr lang="en-US" altLang="en-US" sz="2800" dirty="0" smtClean="0">
                <a:latin typeface="Arial" panose="020B0604020202020204" pitchFamily="34" charset="0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 smtClean="0">
                <a:latin typeface="Arial" panose="020B0604020202020204" pitchFamily="34" charset="0"/>
              </a:rPr>
              <a:t>Definition</a:t>
            </a:r>
            <a:r>
              <a:rPr lang="en-US" altLang="en-US" dirty="0">
                <a:latin typeface="Arial" panose="020B0604020202020204" pitchFamily="34" charset="0"/>
              </a:rPr>
              <a:t>: An ordered, immutable (unchangeable) collection</a:t>
            </a:r>
            <a:r>
              <a:rPr lang="en-US" altLang="en-US" dirty="0" smtClean="0"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 smtClean="0">
                <a:latin typeface="Arial" panose="020B0604020202020204" pitchFamily="34" charset="0"/>
              </a:rPr>
              <a:t>Best </a:t>
            </a:r>
            <a:r>
              <a:rPr lang="en-US" altLang="en-US" b="1" dirty="0">
                <a:latin typeface="Arial" panose="020B0604020202020204" pitchFamily="34" charset="0"/>
              </a:rPr>
              <a:t>Used For</a:t>
            </a:r>
            <a:r>
              <a:rPr lang="en-US" altLang="en-US" dirty="0">
                <a:latin typeface="Arial" panose="020B0604020202020204" pitchFamily="34" charset="0"/>
              </a:rPr>
              <a:t>: Protecting data that must remain constant throughout the program's lifecycle.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>
            <a:hlinkClick r:id="rId2" action="ppaction://hlinksldjump"/>
          </p:cNvPr>
          <p:cNvSpPr/>
          <p:nvPr/>
        </p:nvSpPr>
        <p:spPr>
          <a:xfrm rot="10800000" flipV="1">
            <a:off x="4851437" y="3559346"/>
            <a:ext cx="3386172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r-FR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2" action="ppaction://hlinksldjump"/>
              </a:rPr>
              <a:t>Back</a:t>
            </a:r>
            <a:r>
              <a:rPr lang="fr-FR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endParaRPr lang="fr-FR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497" y="1892300"/>
            <a:ext cx="5697025" cy="1593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663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279400" y="484168"/>
            <a:ext cx="7829550" cy="1908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🔄 Set 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{ }</a:t>
            </a:r>
            <a:endParaRPr kumimoji="0" lang="en-US" altLang="en-US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Definition: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 unordered, mutable collection of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unique items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No duplicates allowed.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Best Used For: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Eliminating duplicate entries or performing mathematical set operations (intersections, unions).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>
            <a:hlinkClick r:id="rId2" action="ppaction://hlinksldjump"/>
          </p:cNvPr>
          <p:cNvSpPr/>
          <p:nvPr/>
        </p:nvSpPr>
        <p:spPr>
          <a:xfrm rot="10800000" flipV="1">
            <a:off x="4781587" y="3813346"/>
            <a:ext cx="3386172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r-FR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2" action="ppaction://hlinksldjump"/>
              </a:rPr>
              <a:t>Back</a:t>
            </a:r>
            <a:r>
              <a:rPr lang="fr-FR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endParaRPr lang="fr-FR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851" y="2252987"/>
            <a:ext cx="8547100" cy="1610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526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210627" y="544493"/>
            <a:ext cx="9010650" cy="1908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Dictionary (</a:t>
            </a:r>
            <a:r>
              <a:rPr kumimoji="0" lang="en-US" altLang="en-US" sz="2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Dict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{"key": "value"}</a:t>
            </a:r>
            <a:endParaRPr kumimoji="0" lang="en-US" altLang="en-US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Definition: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 unordered (or rather, insertion-ordered), mutable collection of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Key-Value pairs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Keys must be unique.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Best Used For: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Quick data retrieval using meaningful labels instead of numeric indices.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Image 4" descr="&lt;strong&gt;Folder&lt;/strong&gt; PNG image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454" y="622301"/>
            <a:ext cx="264546" cy="342900"/>
          </a:xfrm>
          <a:prstGeom prst="rect">
            <a:avLst/>
          </a:prstGeom>
        </p:spPr>
      </p:pic>
      <p:sp>
        <p:nvSpPr>
          <p:cNvPr id="6" name="Rectangle 5">
            <a:hlinkClick r:id="rId3" action="ppaction://hlinksldjump"/>
          </p:cNvPr>
          <p:cNvSpPr/>
          <p:nvPr/>
        </p:nvSpPr>
        <p:spPr>
          <a:xfrm rot="10800000" flipV="1">
            <a:off x="4851437" y="3559346"/>
            <a:ext cx="3386172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r-FR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3" action="ppaction://hlinksldjump"/>
              </a:rPr>
              <a:t>Back</a:t>
            </a:r>
            <a:r>
              <a:rPr lang="fr-FR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endParaRPr lang="fr-FR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627" y="2489316"/>
            <a:ext cx="5543835" cy="2140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776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1D9DB933-38D3-4DD1-8710-C3D0EA1A25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5819284"/>
              </p:ext>
            </p:extLst>
          </p:nvPr>
        </p:nvGraphicFramePr>
        <p:xfrm>
          <a:off x="103517" y="195531"/>
          <a:ext cx="8873706" cy="4859544"/>
        </p:xfrm>
        <a:graphic>
          <a:graphicData uri="http://schemas.openxmlformats.org/drawingml/2006/table">
            <a:tbl>
              <a:tblPr/>
              <a:tblGrid>
                <a:gridCol w="845389">
                  <a:extLst>
                    <a:ext uri="{9D8B030D-6E8A-4147-A177-3AD203B41FA5}">
                      <a16:colId xmlns:a16="http://schemas.microsoft.com/office/drawing/2014/main" val="342420073"/>
                    </a:ext>
                  </a:extLst>
                </a:gridCol>
                <a:gridCol w="3686354">
                  <a:extLst>
                    <a:ext uri="{9D8B030D-6E8A-4147-A177-3AD203B41FA5}">
                      <a16:colId xmlns:a16="http://schemas.microsoft.com/office/drawing/2014/main" val="440887077"/>
                    </a:ext>
                  </a:extLst>
                </a:gridCol>
                <a:gridCol w="4341963">
                  <a:extLst>
                    <a:ext uri="{9D8B030D-6E8A-4147-A177-3AD203B41FA5}">
                      <a16:colId xmlns:a16="http://schemas.microsoft.com/office/drawing/2014/main" val="1618658091"/>
                    </a:ext>
                  </a:extLst>
                </a:gridCol>
              </a:tblGrid>
              <a:tr h="249631">
                <a:tc>
                  <a:txBody>
                    <a:bodyPr/>
                    <a:lstStyle/>
                    <a:p>
                      <a:pPr rtl="0"/>
                      <a:r>
                        <a:rPr lang="en-US" sz="105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Method</a:t>
                      </a:r>
                    </a:p>
                  </a:txBody>
                  <a:tcPr marL="43267" marR="43267" marT="28844" marB="28844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Description</a:t>
                      </a:r>
                    </a:p>
                  </a:txBody>
                  <a:tcPr marL="43267" marR="43267" marT="28844" marB="28844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Code Example</a:t>
                      </a:r>
                    </a:p>
                  </a:txBody>
                  <a:tcPr marL="43267" marR="43267" marT="28844" marB="28844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070019"/>
                  </a:ext>
                </a:extLst>
              </a:tr>
              <a:tr h="419083">
                <a:tc>
                  <a:txBody>
                    <a:bodyPr/>
                    <a:lstStyle/>
                    <a:p>
                      <a:pPr rtl="0"/>
                      <a:r>
                        <a:rPr lang="en-US" sz="105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append()</a:t>
                      </a:r>
                    </a:p>
                  </a:txBody>
                  <a:tcPr marL="43267" marR="43267" marT="28844" marB="28844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Adds an element to the end of the list.</a:t>
                      </a:r>
                    </a:p>
                  </a:txBody>
                  <a:tcPr marL="43267" marR="43267" marT="28844" marB="28844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lst = [1, 2]; lst.append(3) $\rightarrow$ [1, 2, 3]</a:t>
                      </a:r>
                    </a:p>
                  </a:txBody>
                  <a:tcPr marL="43267" marR="43267" marT="28844" marB="28844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1151481"/>
                  </a:ext>
                </a:extLst>
              </a:tr>
              <a:tr h="419083">
                <a:tc>
                  <a:txBody>
                    <a:bodyPr/>
                    <a:lstStyle/>
                    <a:p>
                      <a:pPr rtl="0"/>
                      <a:r>
                        <a:rPr lang="en-US" sz="105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insert()</a:t>
                      </a:r>
                    </a:p>
                  </a:txBody>
                  <a:tcPr marL="43267" marR="43267" marT="28844" marB="28844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Adds an element at a specific index.</a:t>
                      </a:r>
                    </a:p>
                  </a:txBody>
                  <a:tcPr marL="43267" marR="43267" marT="28844" marB="28844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lst = [1, 3]; lst.insert(1, 2) $\rightarrow$ [1, 2, 3]</a:t>
                      </a:r>
                    </a:p>
                  </a:txBody>
                  <a:tcPr marL="43267" marR="43267" marT="28844" marB="28844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9235557"/>
                  </a:ext>
                </a:extLst>
              </a:tr>
              <a:tr h="419083">
                <a:tc>
                  <a:txBody>
                    <a:bodyPr/>
                    <a:lstStyle/>
                    <a:p>
                      <a:pPr rtl="0"/>
                      <a:r>
                        <a:rPr lang="en-US" sz="105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extend()</a:t>
                      </a:r>
                    </a:p>
                  </a:txBody>
                  <a:tcPr marL="43267" marR="43267" marT="28844" marB="28844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Appends elements from another iterable to the end.</a:t>
                      </a:r>
                    </a:p>
                  </a:txBody>
                  <a:tcPr marL="43267" marR="43267" marT="28844" marB="28844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lst = [1]; lst.extend([2, 3]) $\rightarrow$ [1, 2, 3]</a:t>
                      </a:r>
                    </a:p>
                  </a:txBody>
                  <a:tcPr marL="43267" marR="43267" marT="28844" marB="28844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1213733"/>
                  </a:ext>
                </a:extLst>
              </a:tr>
              <a:tr h="419083">
                <a:tc>
                  <a:txBody>
                    <a:bodyPr/>
                    <a:lstStyle/>
                    <a:p>
                      <a:pPr rtl="0"/>
                      <a:r>
                        <a:rPr lang="en-US" sz="105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remove()</a:t>
                      </a:r>
                    </a:p>
                  </a:txBody>
                  <a:tcPr marL="43267" marR="43267" marT="28844" marB="28844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Removes the first occurrence of a specific value.</a:t>
                      </a:r>
                    </a:p>
                  </a:txBody>
                  <a:tcPr marL="43267" marR="43267" marT="28844" marB="28844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lst = [1, 2, 3, 2]; lst.remove(2) $\rightarrow$ [1, 3, 2]</a:t>
                      </a:r>
                    </a:p>
                  </a:txBody>
                  <a:tcPr marL="43267" marR="43267" marT="28844" marB="28844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9134191"/>
                  </a:ext>
                </a:extLst>
              </a:tr>
              <a:tr h="588535">
                <a:tc>
                  <a:txBody>
                    <a:bodyPr/>
                    <a:lstStyle/>
                    <a:p>
                      <a:pPr rtl="0"/>
                      <a:r>
                        <a:rPr lang="en-US" sz="105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pop()</a:t>
                      </a:r>
                    </a:p>
                  </a:txBody>
                  <a:tcPr marL="43267" marR="43267" marT="28844" marB="28844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Removes and returns the element at the given index (default is last).</a:t>
                      </a:r>
                    </a:p>
                  </a:txBody>
                  <a:tcPr marL="43267" marR="43267" marT="28844" marB="28844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lst</a:t>
                      </a:r>
                      <a:r>
                        <a:rPr lang="en-US" sz="105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= [1, 2, 3]; item = </a:t>
                      </a:r>
                      <a:r>
                        <a:rPr lang="en-US" sz="105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lst.pop</a:t>
                      </a:r>
                      <a:r>
                        <a:rPr lang="en-US" sz="105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() $\</a:t>
                      </a:r>
                      <a:r>
                        <a:rPr lang="en-US" sz="105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rightarrow</a:t>
                      </a:r>
                      <a:r>
                        <a:rPr lang="en-US" sz="105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$ item = 3, </a:t>
                      </a:r>
                      <a:r>
                        <a:rPr lang="en-US" sz="105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lst</a:t>
                      </a:r>
                      <a:r>
                        <a:rPr lang="en-US" sz="105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= [1, 2]</a:t>
                      </a:r>
                    </a:p>
                  </a:txBody>
                  <a:tcPr marL="43267" marR="43267" marT="28844" marB="28844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5049276"/>
                  </a:ext>
                </a:extLst>
              </a:tr>
              <a:tr h="419083">
                <a:tc>
                  <a:txBody>
                    <a:bodyPr/>
                    <a:lstStyle/>
                    <a:p>
                      <a:pPr rtl="0"/>
                      <a:r>
                        <a:rPr lang="en-US" sz="105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clear()</a:t>
                      </a:r>
                    </a:p>
                  </a:txBody>
                  <a:tcPr marL="43267" marR="43267" marT="28844" marB="28844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Removes all elements from the list.</a:t>
                      </a:r>
                    </a:p>
                  </a:txBody>
                  <a:tcPr marL="43267" marR="43267" marT="28844" marB="28844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lst = [1, 2]; lst.clear() $\rightarrow$ []</a:t>
                      </a:r>
                    </a:p>
                  </a:txBody>
                  <a:tcPr marL="43267" marR="43267" marT="28844" marB="28844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8534183"/>
                  </a:ext>
                </a:extLst>
              </a:tr>
              <a:tr h="419083">
                <a:tc>
                  <a:txBody>
                    <a:bodyPr/>
                    <a:lstStyle/>
                    <a:p>
                      <a:pPr rtl="0"/>
                      <a:r>
                        <a:rPr lang="en-US" sz="105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index()</a:t>
                      </a:r>
                    </a:p>
                  </a:txBody>
                  <a:tcPr marL="43267" marR="43267" marT="28844" marB="28844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Returns the index of the first occurrence of a value.</a:t>
                      </a:r>
                    </a:p>
                  </a:txBody>
                  <a:tcPr marL="43267" marR="43267" marT="28844" marB="28844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lst = ['a', 'b', 'c']; idx = lst.index('b') $\rightarrow$ 1</a:t>
                      </a:r>
                    </a:p>
                  </a:txBody>
                  <a:tcPr marL="43267" marR="43267" marT="28844" marB="28844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7837061"/>
                  </a:ext>
                </a:extLst>
              </a:tr>
              <a:tr h="419083">
                <a:tc>
                  <a:txBody>
                    <a:bodyPr/>
                    <a:lstStyle/>
                    <a:p>
                      <a:pPr rtl="0"/>
                      <a:r>
                        <a:rPr lang="en-US" sz="105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count()</a:t>
                      </a:r>
                    </a:p>
                  </a:txBody>
                  <a:tcPr marL="43267" marR="43267" marT="28844" marB="28844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Returns the number of times a value appears.</a:t>
                      </a:r>
                    </a:p>
                  </a:txBody>
                  <a:tcPr marL="43267" marR="43267" marT="28844" marB="28844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lst = [1, 2, 2, 3]; cnt = lst.count(2) $\rightarrow$ 2</a:t>
                      </a:r>
                    </a:p>
                  </a:txBody>
                  <a:tcPr marL="43267" marR="43267" marT="28844" marB="28844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46069"/>
                  </a:ext>
                </a:extLst>
              </a:tr>
              <a:tr h="419083">
                <a:tc>
                  <a:txBody>
                    <a:bodyPr/>
                    <a:lstStyle/>
                    <a:p>
                      <a:pPr rtl="0"/>
                      <a:r>
                        <a:rPr lang="en-US" sz="105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sort()</a:t>
                      </a:r>
                    </a:p>
                  </a:txBody>
                  <a:tcPr marL="43267" marR="43267" marT="28844" marB="28844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Sorts the list in place (ascending by default).</a:t>
                      </a:r>
                    </a:p>
                  </a:txBody>
                  <a:tcPr marL="43267" marR="43267" marT="28844" marB="28844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lst = [3, 1, 2]; lst.sort() $\rightarrow$ [1, 2, 3]</a:t>
                      </a:r>
                    </a:p>
                  </a:txBody>
                  <a:tcPr marL="43267" marR="43267" marT="28844" marB="28844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7531358"/>
                  </a:ext>
                </a:extLst>
              </a:tr>
              <a:tr h="419083">
                <a:tc>
                  <a:txBody>
                    <a:bodyPr/>
                    <a:lstStyle/>
                    <a:p>
                      <a:pPr rtl="0"/>
                      <a:r>
                        <a:rPr lang="en-US" sz="105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reverse()</a:t>
                      </a:r>
                    </a:p>
                  </a:txBody>
                  <a:tcPr marL="43267" marR="43267" marT="28844" marB="28844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Reverses the order of the list in place.</a:t>
                      </a:r>
                    </a:p>
                  </a:txBody>
                  <a:tcPr marL="43267" marR="43267" marT="28844" marB="28844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lst = [1, 2, 3]; lst.reverse() $\rightarrow$ [3, 2, 1]</a:t>
                      </a:r>
                    </a:p>
                  </a:txBody>
                  <a:tcPr marL="43267" marR="43267" marT="28844" marB="28844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3545362"/>
                  </a:ext>
                </a:extLst>
              </a:tr>
              <a:tr h="249631">
                <a:tc>
                  <a:txBody>
                    <a:bodyPr/>
                    <a:lstStyle/>
                    <a:p>
                      <a:pPr rtl="0"/>
                      <a:r>
                        <a:rPr lang="en-US" sz="105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copy()</a:t>
                      </a:r>
                    </a:p>
                  </a:txBody>
                  <a:tcPr marL="43267" marR="43267" marT="28844" marB="28844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Returns a shallow copy of the list.</a:t>
                      </a:r>
                    </a:p>
                  </a:txBody>
                  <a:tcPr marL="43267" marR="43267" marT="28844" marB="28844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new_lst</a:t>
                      </a:r>
                      <a:r>
                        <a:rPr lang="en-US" sz="105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= </a:t>
                      </a:r>
                      <a:r>
                        <a:rPr lang="en-US" sz="105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lst.copy</a:t>
                      </a:r>
                      <a:r>
                        <a:rPr lang="en-US" sz="105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()</a:t>
                      </a:r>
                    </a:p>
                  </a:txBody>
                  <a:tcPr marL="43267" marR="43267" marT="28844" marB="28844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91657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6880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au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1742896"/>
              </p:ext>
            </p:extLst>
          </p:nvPr>
        </p:nvGraphicFramePr>
        <p:xfrm>
          <a:off x="71588" y="95248"/>
          <a:ext cx="8940804" cy="4889797"/>
        </p:xfrm>
        <a:graphic>
          <a:graphicData uri="http://schemas.openxmlformats.org/drawingml/2006/table">
            <a:tbl>
              <a:tblPr rtl="1"/>
              <a:tblGrid>
                <a:gridCol w="1570192">
                  <a:extLst>
                    <a:ext uri="{9D8B030D-6E8A-4147-A177-3AD203B41FA5}">
                      <a16:colId xmlns:a16="http://schemas.microsoft.com/office/drawing/2014/main" val="4100991189"/>
                    </a:ext>
                  </a:extLst>
                </a:gridCol>
                <a:gridCol w="2900210">
                  <a:extLst>
                    <a:ext uri="{9D8B030D-6E8A-4147-A177-3AD203B41FA5}">
                      <a16:colId xmlns:a16="http://schemas.microsoft.com/office/drawing/2014/main" val="2208214832"/>
                    </a:ext>
                  </a:extLst>
                </a:gridCol>
                <a:gridCol w="2235201">
                  <a:extLst>
                    <a:ext uri="{9D8B030D-6E8A-4147-A177-3AD203B41FA5}">
                      <a16:colId xmlns:a16="http://schemas.microsoft.com/office/drawing/2014/main" val="3133223257"/>
                    </a:ext>
                  </a:extLst>
                </a:gridCol>
                <a:gridCol w="2235201">
                  <a:extLst>
                    <a:ext uri="{9D8B030D-6E8A-4147-A177-3AD203B41FA5}">
                      <a16:colId xmlns:a16="http://schemas.microsoft.com/office/drawing/2014/main" val="3341842693"/>
                    </a:ext>
                  </a:extLst>
                </a:gridCol>
              </a:tblGrid>
              <a:tr h="235973">
                <a:tc>
                  <a:txBody>
                    <a:bodyPr/>
                    <a:lstStyle/>
                    <a:p>
                      <a:pPr algn="r" rtl="1"/>
                      <a:r>
                        <a:rPr lang="ar-DZ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الدالة (</a:t>
                      </a:r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Method)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440" marR="38440" marT="25627" marB="2562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DZ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ماذا تفعل؟ (الوصف)</a:t>
                      </a:r>
                      <a:endParaRPr lang="ar-DZ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440" marR="38440" marT="25627" marB="2562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DZ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مثال برمجي (</a:t>
                      </a:r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Example)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440" marR="38440" marT="25627" marB="2562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DZ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النتيجة المتوقعة (</a:t>
                      </a:r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Output)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440" marR="38440" marT="25627" marB="2562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2557777"/>
                  </a:ext>
                </a:extLst>
              </a:tr>
              <a:tr h="604605">
                <a:tc>
                  <a:txBody>
                    <a:bodyPr/>
                    <a:lstStyle/>
                    <a:p>
                      <a:pPr algn="r" rtl="1"/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get(key, default)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440" marR="38440" marT="25627" marB="2562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DZ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تجلب قيمة المفتاح بأمان. إذا لم يكن موجوداً، ترجع قيمة افتراضية بدلاً من توقف البرنامج.</a:t>
                      </a:r>
                    </a:p>
                  </a:txBody>
                  <a:tcPr marL="38440" marR="38440" marT="25627" marB="2562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robot.get("battery", 0)</a:t>
                      </a:r>
                    </a:p>
                  </a:txBody>
                  <a:tcPr marL="38440" marR="38440" marT="25627" marB="2562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DZ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ترجع قيمة البطارية، أو 0 إذا لم تجدها.</a:t>
                      </a:r>
                    </a:p>
                  </a:txBody>
                  <a:tcPr marL="38440" marR="38440" marT="25627" marB="2562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8916560"/>
                  </a:ext>
                </a:extLst>
              </a:tr>
              <a:tr h="420289">
                <a:tc>
                  <a:txBody>
                    <a:bodyPr/>
                    <a:lstStyle/>
                    <a:p>
                      <a:pPr algn="r" rtl="1"/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keys()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440" marR="38440" marT="25627" marB="2562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DZ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ترجع قائمة تضم جميع </a:t>
                      </a:r>
                      <a:r>
                        <a:rPr lang="ar-DZ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المفاتيح</a:t>
                      </a:r>
                      <a:r>
                        <a:rPr lang="ar-DZ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الموجودة في القاموس.</a:t>
                      </a:r>
                    </a:p>
                  </a:txBody>
                  <a:tcPr marL="38440" marR="38440" marT="25627" marB="2562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robot.keys()</a:t>
                      </a:r>
                    </a:p>
                  </a:txBody>
                  <a:tcPr marL="38440" marR="38440" marT="25627" marB="2562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dict_keys(['MCU', 'type'])</a:t>
                      </a:r>
                    </a:p>
                  </a:txBody>
                  <a:tcPr marL="38440" marR="38440" marT="25627" marB="2562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6920920"/>
                  </a:ext>
                </a:extLst>
              </a:tr>
              <a:tr h="420289">
                <a:tc>
                  <a:txBody>
                    <a:bodyPr/>
                    <a:lstStyle/>
                    <a:p>
                      <a:pPr algn="r" rtl="1"/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values()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440" marR="38440" marT="25627" marB="2562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DZ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ترجع قائمة تضم جميع </a:t>
                      </a:r>
                      <a:r>
                        <a:rPr lang="ar-DZ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القيم</a:t>
                      </a:r>
                      <a:r>
                        <a:rPr lang="ar-DZ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المخزنة في القاموس.</a:t>
                      </a:r>
                    </a:p>
                  </a:txBody>
                  <a:tcPr marL="38440" marR="38440" marT="25627" marB="2562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robot.values()</a:t>
                      </a:r>
                    </a:p>
                  </a:txBody>
                  <a:tcPr marL="38440" marR="38440" marT="25627" marB="2562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dict_values(['ESP32', 'Rover'])</a:t>
                      </a:r>
                    </a:p>
                  </a:txBody>
                  <a:tcPr marL="38440" marR="38440" marT="25627" marB="2562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8596281"/>
                  </a:ext>
                </a:extLst>
              </a:tr>
              <a:tr h="604605">
                <a:tc>
                  <a:txBody>
                    <a:bodyPr/>
                    <a:lstStyle/>
                    <a:p>
                      <a:pPr algn="r" rtl="1"/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items()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440" marR="38440" marT="25627" marB="2562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DZ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ترجع قائمة من الثنائيات (</a:t>
                      </a: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Tuples) </a:t>
                      </a:r>
                      <a:r>
                        <a:rPr lang="ar-DZ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تضم كل عنصر كـ (</a:t>
                      </a: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key, value). (</a:t>
                      </a:r>
                      <a:r>
                        <a:rPr lang="ar-DZ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ممتازة لحلقات </a:t>
                      </a: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for).</a:t>
                      </a:r>
                    </a:p>
                  </a:txBody>
                  <a:tcPr marL="38440" marR="38440" marT="25627" marB="2562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robot.items()</a:t>
                      </a:r>
                    </a:p>
                  </a:txBody>
                  <a:tcPr marL="38440" marR="38440" marT="25627" marB="2562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dict_items([('MCU', 'ESP32')])</a:t>
                      </a:r>
                    </a:p>
                  </a:txBody>
                  <a:tcPr marL="38440" marR="38440" marT="25627" marB="2562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2140709"/>
                  </a:ext>
                </a:extLst>
              </a:tr>
              <a:tr h="461440">
                <a:tc>
                  <a:txBody>
                    <a:bodyPr/>
                    <a:lstStyle/>
                    <a:p>
                      <a:pPr algn="r" rtl="1"/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update({key: val})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440" marR="38440" marT="25627" marB="2562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DZ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تضيف عناصر جديدة للقاموس أو تُحدث قيم العناصر الموجودة بالفعل.</a:t>
                      </a:r>
                    </a:p>
                  </a:txBody>
                  <a:tcPr marL="38440" marR="38440" marT="25627" marB="2562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robot.update({"speed": 1.5})</a:t>
                      </a:r>
                    </a:p>
                  </a:txBody>
                  <a:tcPr marL="38440" marR="38440" marT="25627" marB="2562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DZ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يتم إضافة السرعة للقاموس.</a:t>
                      </a:r>
                    </a:p>
                  </a:txBody>
                  <a:tcPr marL="38440" marR="38440" marT="25627" marB="2562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9806713"/>
                  </a:ext>
                </a:extLst>
              </a:tr>
              <a:tr h="420289">
                <a:tc>
                  <a:txBody>
                    <a:bodyPr/>
                    <a:lstStyle/>
                    <a:p>
                      <a:pPr algn="r" rtl="1"/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pop(key)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440" marR="38440" marT="25627" marB="2562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DZ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تحذف المفتاح المحدد وترجع القيمة الخاصة به.</a:t>
                      </a:r>
                    </a:p>
                  </a:txBody>
                  <a:tcPr marL="38440" marR="38440" marT="25627" marB="2562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val = robot.pop("type")</a:t>
                      </a:r>
                    </a:p>
                  </a:txBody>
                  <a:tcPr marL="38440" marR="38440" marT="25627" marB="2562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DZ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تحذف "</a:t>
                      </a: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type" </a:t>
                      </a:r>
                      <a:r>
                        <a:rPr lang="ar-DZ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وترجع قيمته "</a:t>
                      </a: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Rover".</a:t>
                      </a:r>
                    </a:p>
                  </a:txBody>
                  <a:tcPr marL="38440" marR="38440" marT="25627" marB="2562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7336376"/>
                  </a:ext>
                </a:extLst>
              </a:tr>
              <a:tr h="420289">
                <a:tc>
                  <a:txBody>
                    <a:bodyPr/>
                    <a:lstStyle/>
                    <a:p>
                      <a:pPr algn="r" rtl="1"/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popitem()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440" marR="38440" marT="25627" marB="2562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DZ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تحذف </a:t>
                      </a:r>
                      <a:r>
                        <a:rPr lang="ar-DZ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آخر عنصر</a:t>
                      </a:r>
                      <a:r>
                        <a:rPr lang="ar-DZ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تم إدخاله في القاموس وترجعه كـ </a:t>
                      </a: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Tuple.</a:t>
                      </a:r>
                    </a:p>
                  </a:txBody>
                  <a:tcPr marL="38440" marR="38440" marT="25627" marB="2562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item = robot.popitem()</a:t>
                      </a:r>
                    </a:p>
                  </a:txBody>
                  <a:tcPr marL="38440" marR="38440" marT="25627" marB="2562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DZ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ترجع آخر عنصر تم إضافته وتحذفه.</a:t>
                      </a:r>
                    </a:p>
                  </a:txBody>
                  <a:tcPr marL="38440" marR="38440" marT="25627" marB="2562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9866066"/>
                  </a:ext>
                </a:extLst>
              </a:tr>
              <a:tr h="420289">
                <a:tc>
                  <a:txBody>
                    <a:bodyPr/>
                    <a:lstStyle/>
                    <a:p>
                      <a:pPr algn="r" rtl="1"/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clear()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440" marR="38440" marT="25627" marB="2562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DZ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تحذف جميع العناصر من القاموس وتتركه فارغاً {}.</a:t>
                      </a:r>
                    </a:p>
                  </a:txBody>
                  <a:tcPr marL="38440" marR="38440" marT="25627" marB="2562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robot.clear()</a:t>
                      </a:r>
                    </a:p>
                  </a:txBody>
                  <a:tcPr marL="38440" marR="38440" marT="25627" marB="2562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DZ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يصبح القاموس فارغاً تماماً.</a:t>
                      </a:r>
                    </a:p>
                  </a:txBody>
                  <a:tcPr marL="38440" marR="38440" marT="25627" marB="2562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409988"/>
                  </a:ext>
                </a:extLst>
              </a:tr>
              <a:tr h="420289">
                <a:tc>
                  <a:txBody>
                    <a:bodyPr/>
                    <a:lstStyle/>
                    <a:p>
                      <a:pPr algn="r" rtl="1"/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copy()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440" marR="38440" marT="25627" marB="2562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DZ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تأخذ نسخة مستقلة (</a:t>
                      </a: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Shallow copy) </a:t>
                      </a:r>
                      <a:r>
                        <a:rPr lang="ar-DZ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من القاموس الحالي.</a:t>
                      </a:r>
                    </a:p>
                  </a:txBody>
                  <a:tcPr marL="38440" marR="38440" marT="25627" marB="2562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new_bot = robot.copy()</a:t>
                      </a:r>
                    </a:p>
                  </a:txBody>
                  <a:tcPr marL="38440" marR="38440" marT="25627" marB="2562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DZ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إنشاء قاموس جديد مطابق للأصل.</a:t>
                      </a:r>
                    </a:p>
                  </a:txBody>
                  <a:tcPr marL="38440" marR="38440" marT="25627" marB="2562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8095201"/>
                  </a:ext>
                </a:extLst>
              </a:tr>
              <a:tr h="461440">
                <a:tc>
                  <a:txBody>
                    <a:bodyPr/>
                    <a:lstStyle/>
                    <a:p>
                      <a:pPr algn="r" rtl="1"/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fromkeys(seq, val)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440" marR="38440" marT="25627" marB="2562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DZ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تنشئ قاموساً جديداً بمفاتيح مأخوذة من قائمة، وبقيمة افتراضية موحدة.</a:t>
                      </a:r>
                    </a:p>
                  </a:txBody>
                  <a:tcPr marL="38440" marR="38440" marT="25627" marB="2562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dict.fromkeys(['x', 'y'], 0)</a:t>
                      </a:r>
                    </a:p>
                  </a:txBody>
                  <a:tcPr marL="38440" marR="38440" marT="25627" marB="2562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DZ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تنتج قاموساً: {'</a:t>
                      </a:r>
                      <a:r>
                        <a:rPr lang="en-US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x': 0, 'y': 0}</a:t>
                      </a:r>
                    </a:p>
                  </a:txBody>
                  <a:tcPr marL="38440" marR="38440" marT="25627" marB="2562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40313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552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2887</TotalTime>
  <Words>781</Words>
  <Application>Microsoft Office PowerPoint</Application>
  <PresentationFormat>Affichage à l'écran (16:9)</PresentationFormat>
  <Paragraphs>101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7" baseType="lpstr">
      <vt:lpstr>Arial</vt:lpstr>
      <vt:lpstr>Arial Unicode MS</vt:lpstr>
      <vt:lpstr>Calibri</vt:lpstr>
      <vt:lpstr>Calibri Light</vt:lpstr>
      <vt:lpstr>Google Sans Text</vt:lpstr>
      <vt:lpstr>Symbol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pc</dc:creator>
  <cp:lastModifiedBy>pc</cp:lastModifiedBy>
  <cp:revision>28</cp:revision>
  <dcterms:modified xsi:type="dcterms:W3CDTF">2026-06-29T17:47:06Z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2026-06-09T18:11:38Z</dcterms:created>
  <dc:creator>Unknown Creator</dc:creator>
  <dc:description/>
  <dc:language>en-US</dc:language>
  <cp:lastModifiedBy>Unknown Creator</cp:lastModifiedBy>
  <dcterms:modified xsi:type="dcterms:W3CDTF">2026-06-09T18:11:38Z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