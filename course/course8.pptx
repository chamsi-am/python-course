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825" r:id="rId1"/>
  </p:sldMasterIdLst>
  <p:notesMasterIdLst>
    <p:notesMasterId r:id="rId11"/>
  </p:notesMasterIdLst>
  <p:sldIdLst>
    <p:sldId id="256" r:id="rId2"/>
    <p:sldId id="279" r:id="rId3"/>
    <p:sldId id="280" r:id="rId4"/>
    <p:sldId id="281" r:id="rId5"/>
    <p:sldId id="282" r:id="rId6"/>
    <p:sldId id="283" r:id="rId7"/>
    <p:sldId id="284" r:id="rId8"/>
    <p:sldId id="285" r:id="rId9"/>
    <p:sldId id="286" r:id="rId1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ENSLIMANE CH" initials="BC" lastIdx="1" clrIdx="0">
    <p:extLst>
      <p:ext uri="{19B8F6BF-5375-455C-9EA6-DF929625EA0E}">
        <p15:presenceInfo xmlns:p15="http://schemas.microsoft.com/office/powerpoint/2012/main" userId="b3cab72e69019fa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1631"/>
    <a:srgbClr val="0B0541"/>
    <a:srgbClr val="2829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6" d="100"/>
          <a:sy n="126" d="100"/>
        </p:scale>
        <p:origin x="12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57FD80-104E-477A-84DF-AAA7C9A1979B}" type="datetimeFigureOut">
              <a:rPr lang="en-ZA" smtClean="0"/>
              <a:t>2026/07/10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395387-B1C2-442A-BF85-CE86727D2772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492699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4514F-D43A-A42F-F995-18DDCE5706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436F4F-A1C7-F451-F6C3-A1507AB0D0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C8F2D3-5BB4-C5B7-C4F3-4E551F27B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DA541-B7A6-8C7A-8595-068F77479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CCD86-6972-4C04-F108-BD052DD0D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819293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ED6DE-BECF-C841-2293-363F5801C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4E547-D5E7-908E-D294-01BE30412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043825-EDF6-C1B6-0FA4-B0FF16C0A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4944C-115D-7C85-74A4-388121262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E5045-82D0-03FD-49A8-8483FA8FB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90074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E3538-AF09-0B60-F393-3DF3406DF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00258-D7D2-063D-D4AC-47EC9C8F4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CBC68-6842-434F-0CDA-8DD536869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66577-1D54-715B-8AE8-C23448D76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E1C9A-FF65-1394-F64F-AA065144A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382329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3D00-61F9-7D05-C411-6B73E06EE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8DF50-037A-3C15-2C3E-08B916B90F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21D7C0-03E8-0DE3-4542-9C53BF65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A7D3AF-8813-6E1F-DA13-61235A24C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2026/07/10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32F4C-E458-C9B9-FEE0-950555BA8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386A0-3DDA-1393-25AC-6633772C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58583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07730-885C-D7F8-D8AF-7BFFD2DB7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616968-DB35-9B17-16D7-9E8E179C45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63528-11C3-BF1A-650D-55D23FA6C2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83F0D4-6AEE-D2C3-0E17-9EC20ECE80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D3901C-34E2-FDDE-C04B-8A57A58E0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33B50-4B92-0DCF-E2FC-E678A7745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2026/07/10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2F502E-4048-BC09-9EEA-3DD37BD88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2AFAC6-BC30-CA12-3D0F-5E5B39A8C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149965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30565-D954-DD51-FC61-7354BF571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3D8855-A4E2-0FB6-F3AB-6E6B78D5F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2026/07/10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0BA00B-F3B4-3A54-0B38-81611AA24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A485BC-2DE8-2A65-7AE0-3D1B23F5E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33956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B18452-EF96-33BB-7F6E-0DDA165D0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2026/07/10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F7A3FB-2588-2460-33BD-3829251A6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AB309-BD21-BDD0-56C2-C2B453809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39964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6FEBD-EFB0-5161-8EF3-1A9BA24BE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CA531-4543-FF8B-A654-EDE6D9CA3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1517CA-852A-BF22-AC90-E0AE9FC1C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14E24-AF51-C383-CE4B-AE6BA24B3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2026/07/10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B76C4-7C27-40C1-49F4-B1EE093D8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60C3B-9FE7-1976-47D7-66560038E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36222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54D93-C144-23C7-CA6F-873A6CC60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9215AF-1716-570B-4136-CFE06A6FC3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60860D-1DC4-1A90-F460-22FC03F6B4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60B7BE-BD4D-D22D-5404-40B409D46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2026/07/10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CCFDF-5FAD-472D-B59B-4F5C73ED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170FAB-0F52-5E6D-FC32-8B45CCA4F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63027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23BC2-667F-79D3-E71A-A3B96D660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AB11B3-DA3C-0543-E67C-1EC247C40B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8CA22-B69F-103A-904F-45E3E910C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624D7-40B0-DC4E-C182-4FB2B10F3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2B130-8251-A5B5-5693-BCD91E028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88598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0596F4-2BD9-11C5-1555-DAEDCBFFF2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528060-A750-36DB-C41C-E8512933D2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6DE29-FDD0-B267-7BC1-07A2264DB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7CE0C-4578-5368-B11B-6AB263C1A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645D4-8321-BC8B-15AD-5C930D1F4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230847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189880" y="2574000"/>
            <a:ext cx="4493520" cy="149580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  <p:extLst>
      <p:ext uri="{BB962C8B-B14F-4D97-AF65-F5344CB8AC3E}">
        <p14:creationId xmlns:p14="http://schemas.microsoft.com/office/powerpoint/2010/main" val="2942035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33860E-B5F2-D006-098F-5A530B6F0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2BB4DC-DF4C-F411-CE4C-83FFF29CF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72BCA-DAAD-FDF6-DB26-BFA1C80649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53421B-4862-4D3A-B9AB-BA663EF3CA0D}" type="datetimeFigureOut">
              <a:rPr lang="en-ZA" smtClean="0"/>
              <a:t>2026/07/10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35681-8A91-D98D-3E29-2C45B39983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9544A-EECF-EBAD-93C7-517233F017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28126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 descr="Generated image: Python programming course cover design">
            <a:extLst>
              <a:ext uri="{FF2B5EF4-FFF2-40B4-BE49-F238E27FC236}">
                <a16:creationId xmlns:a16="http://schemas.microsoft.com/office/drawing/2014/main" id="{AAACFFB3-435A-D176-4314-2BD5401AD6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Z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C2ABBC-EDAF-BC7E-4C08-81CF758A52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6322"/>
          <a:stretch>
            <a:fillRect/>
          </a:stretch>
        </p:blipFill>
        <p:spPr>
          <a:xfrm>
            <a:off x="1" y="0"/>
            <a:ext cx="9144000" cy="504804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0A2C6D3-9215-44A3-8804-EB3C51DA12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4A2E12-C38E-49C7-9F6D-EA4D81D60A54}"/>
              </a:ext>
            </a:extLst>
          </p:cNvPr>
          <p:cNvSpPr/>
          <p:nvPr/>
        </p:nvSpPr>
        <p:spPr>
          <a:xfrm>
            <a:off x="7749996" y="340468"/>
            <a:ext cx="1126494" cy="243686"/>
          </a:xfrm>
          <a:prstGeom prst="rect">
            <a:avLst/>
          </a:prstGeom>
          <a:solidFill>
            <a:srgbClr val="0516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890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8FC43D-9BB3-465D-B35C-BE5524AF4B49}"/>
              </a:ext>
            </a:extLst>
          </p:cNvPr>
          <p:cNvSpPr/>
          <p:nvPr/>
        </p:nvSpPr>
        <p:spPr>
          <a:xfrm>
            <a:off x="577796" y="476526"/>
            <a:ext cx="219085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What is an Object?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90CDAE-490A-4CCC-A5CA-485C74A1CABC}"/>
              </a:ext>
            </a:extLst>
          </p:cNvPr>
          <p:cNvSpPr/>
          <p:nvPr/>
        </p:nvSpPr>
        <p:spPr>
          <a:xfrm>
            <a:off x="1621013" y="1140589"/>
            <a:ext cx="4572000" cy="286232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An </a:t>
            </a:r>
            <a:r>
              <a:rPr lang="en-US" b="1" dirty="0"/>
              <a:t>object</a:t>
            </a:r>
            <a:r>
              <a:rPr lang="en-US" dirty="0"/>
              <a:t> is anything that has:</a:t>
            </a:r>
          </a:p>
          <a:p>
            <a:pPr lvl="1"/>
            <a:r>
              <a:rPr lang="en-US" dirty="0"/>
              <a:t>✅ </a:t>
            </a:r>
            <a:r>
              <a:rPr lang="en-US" b="1" dirty="0"/>
              <a:t>Attributes (Variables)</a:t>
            </a:r>
            <a:endParaRPr lang="en-US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Name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Color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Age </a:t>
            </a:r>
          </a:p>
          <a:p>
            <a:pPr lvl="1"/>
            <a:r>
              <a:rPr lang="en-US" dirty="0"/>
              <a:t>✅ </a:t>
            </a:r>
            <a:r>
              <a:rPr lang="en-US" b="1" dirty="0"/>
              <a:t>Behaviors (Methods)</a:t>
            </a:r>
            <a:endParaRPr lang="en-US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Walk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Run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Study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Drive</a:t>
            </a:r>
          </a:p>
        </p:txBody>
      </p:sp>
    </p:spTree>
    <p:extLst>
      <p:ext uri="{BB962C8B-B14F-4D97-AF65-F5344CB8AC3E}">
        <p14:creationId xmlns:p14="http://schemas.microsoft.com/office/powerpoint/2010/main" val="4190047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369B7BAB-193C-4C69-ABA4-0EB1CA0D0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485" y="64113"/>
            <a:ext cx="6687030" cy="5015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0427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0C7B18-AF1A-4817-B6C6-DF02A14BE351}"/>
              </a:ext>
            </a:extLst>
          </p:cNvPr>
          <p:cNvSpPr/>
          <p:nvPr/>
        </p:nvSpPr>
        <p:spPr>
          <a:xfrm>
            <a:off x="715412" y="320128"/>
            <a:ext cx="8338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Class?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D8E295-7178-41E3-B9E3-DBCDF1984EAF}"/>
              </a:ext>
            </a:extLst>
          </p:cNvPr>
          <p:cNvSpPr/>
          <p:nvPr/>
        </p:nvSpPr>
        <p:spPr>
          <a:xfrm>
            <a:off x="1190061" y="819940"/>
            <a:ext cx="42683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A class is a blueprint used to create objects.</a:t>
            </a:r>
          </a:p>
        </p:txBody>
      </p:sp>
      <p:pic>
        <p:nvPicPr>
          <p:cNvPr id="3074" name="Picture 2" descr="Week 2 -Object Oriented Programming (OOP) 1">
            <a:extLst>
              <a:ext uri="{FF2B5EF4-FFF2-40B4-BE49-F238E27FC236}">
                <a16:creationId xmlns:a16="http://schemas.microsoft.com/office/drawing/2014/main" id="{77E80E89-7C9B-455F-B877-444D0F844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3677" y="1455322"/>
            <a:ext cx="5976457" cy="3135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1152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1FA76F-F1C4-490A-AEB9-C2747B03B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855" y="298974"/>
            <a:ext cx="199285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Creating a Class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1467D343-2DD1-4916-8AA0-467879775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62" y="711690"/>
            <a:ext cx="6051203" cy="39380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3605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13A5E07-C5CE-4BDD-81DC-528FB3F151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819" y="664560"/>
            <a:ext cx="2633241" cy="6419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Creating an Object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0A541765-6F43-4E30-93A1-ECE8A5063CF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1968"/>
          <a:stretch/>
        </p:blipFill>
        <p:spPr>
          <a:xfrm>
            <a:off x="1015415" y="1247077"/>
            <a:ext cx="4815554" cy="46597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E2E30BF-5D3F-4EBE-82EA-B055F57DA583}"/>
              </a:ext>
            </a:extLst>
          </p:cNvPr>
          <p:cNvSpPr/>
          <p:nvPr/>
        </p:nvSpPr>
        <p:spPr>
          <a:xfrm>
            <a:off x="744883" y="2110905"/>
            <a:ext cx="18763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Adding Attributes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55D479F3-13EE-41F6-A976-996EEFA7D7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902" y="2715675"/>
            <a:ext cx="4815554" cy="16563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866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84883337-30B4-4166-A8D1-8EFA99DEC6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965" y="431686"/>
            <a:ext cx="848424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Constructor (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__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init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__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FB35F6E-7498-4676-9908-747DB59538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12" y="1600150"/>
            <a:ext cx="5397777" cy="971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DDB54B3C-7817-44A6-83B9-CBA50ECFC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861" y="917822"/>
            <a:ext cx="660719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__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init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__()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is a method runs automatically when an object is created. 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566C5035-8575-4F14-85ED-AA7DC18626F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81968"/>
          <a:stretch/>
        </p:blipFill>
        <p:spPr>
          <a:xfrm>
            <a:off x="962223" y="3334031"/>
            <a:ext cx="5397778" cy="5223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28603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7DEC1B1C-9944-4BF8-BA64-4209F3AB2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589" y="0"/>
            <a:ext cx="765082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1305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4015</TotalTime>
  <Words>67</Words>
  <Application>Microsoft Office PowerPoint</Application>
  <PresentationFormat>Affichage à l'écran (16:9)</PresentationFormat>
  <Paragraphs>18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6" baseType="lpstr">
      <vt:lpstr>Arial</vt:lpstr>
      <vt:lpstr>Arial Unicode MS</vt:lpstr>
      <vt:lpstr>Calibri</vt:lpstr>
      <vt:lpstr>Calibri Light</vt:lpstr>
      <vt:lpstr>Symbol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pc</dc:creator>
  <cp:lastModifiedBy>BENSLIMANE CH</cp:lastModifiedBy>
  <cp:revision>22</cp:revision>
  <dcterms:modified xsi:type="dcterms:W3CDTF">2026-07-10T20:17:57Z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2026-06-09T18:11:38Z</dcterms:created>
  <dc:creator>Unknown Creator</dc:creator>
  <dc:description/>
  <dc:language>en-US</dc:language>
  <cp:lastModifiedBy>Unknown Creator</cp:lastModifiedBy>
  <dcterms:modified xsi:type="dcterms:W3CDTF">2026-06-09T18:11:38Z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