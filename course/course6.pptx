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9"/>
  </p:notesMasterIdLst>
  <p:sldIdLst>
    <p:sldId id="256" r:id="rId2"/>
    <p:sldId id="279" r:id="rId3"/>
    <p:sldId id="280" r:id="rId4"/>
    <p:sldId id="281" r:id="rId5"/>
    <p:sldId id="283" r:id="rId6"/>
    <p:sldId id="282" r:id="rId7"/>
    <p:sldId id="284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2026/07/01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 while Loop (With Example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4" y="0"/>
            <a:ext cx="5146675" cy="500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2875" y="252741"/>
            <a:ext cx="7286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Loop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07442" y="807274"/>
            <a:ext cx="81140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is used to iterate over a sequence (such as a list, a string, or a range of numbers) and execute a block of code multiple times.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65" y="1736131"/>
            <a:ext cx="4645146" cy="1436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48" y="1770510"/>
            <a:ext cx="6285706" cy="1367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5" y="1736131"/>
            <a:ext cx="6854722" cy="1758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" y="1860857"/>
            <a:ext cx="8762502" cy="140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5600" y="257896"/>
            <a:ext cx="81207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 Control: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break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continue</a:t>
            </a:r>
            <a:endParaRPr kumimoji="0" lang="en-US" altLang="en-US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statements give students fine-grained control over the loop's execution based on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break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Exits the loop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continue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Skips the rest of the current iteration and jumps straight to the next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289221"/>
            <a:ext cx="8278206" cy="2050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255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99" y="469011"/>
            <a:ext cx="6389576" cy="3951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953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211" y="317924"/>
            <a:ext cx="18549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sz="2000" b="1" dirty="0" smtClean="0">
                <a:latin typeface="Arial Unicode MS"/>
              </a:rPr>
              <a:t>while</a:t>
            </a:r>
            <a:r>
              <a:rPr lang="en-US" altLang="en-US" dirty="0" smtClean="0"/>
              <a:t> </a:t>
            </a:r>
            <a:r>
              <a:rPr lang="en-US" altLang="en-US" dirty="0"/>
              <a:t>Loop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4211" y="718034"/>
            <a:ext cx="87685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loop is used to repeat a block of code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long as a specific condition remains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Unlike 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loop (which usually knows how many times it will run in advance),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loop is driven by a condition.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41718" y="1980345"/>
            <a:ext cx="77796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Basic Syntax and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07" y="2514328"/>
            <a:ext cx="6881176" cy="145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8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5" y="1041449"/>
            <a:ext cx="4605186" cy="224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3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5172</TotalTime>
  <Words>134</Words>
  <Application>Microsoft Office PowerPoint</Application>
  <PresentationFormat>Affichage à l'écran (16:9)</PresentationFormat>
  <Paragraphs>10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pc</cp:lastModifiedBy>
  <cp:revision>23</cp:revision>
  <dcterms:modified xsi:type="dcterms:W3CDTF">2026-07-03T08:57:01Z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